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bin" ContentType="application/octet-stream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b3bab2061b48a8" /><Relationship Type="http://schemas.openxmlformats.org/officeDocument/2006/relationships/extended-properties" Target="/docProps/app.xml" Id="Refc30d8e4c1e4f02" /><Relationship Type="http://schemas.openxmlformats.org/officeDocument/2006/relationships/officeDocument" Target="/ppt/presentation.xml" Id="R2e0abc91a6d047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658ef1bf5f4b07"/>
  </p:sldMasterIdLst>
  <p:notesMasterIdLst>
    <p:notesMasterId xmlns:r="http://schemas.openxmlformats.org/officeDocument/2006/relationships" r:id="R7074496b7b324c91"/>
  </p:notesMasterIdLst>
  <p:sldIdLst>
    <p:sldId xmlns:r="http://schemas.openxmlformats.org/officeDocument/2006/relationships" id="256" r:id="Rc0d216cc58704f5b"/>
    <p:sldId xmlns:r="http://schemas.openxmlformats.org/officeDocument/2006/relationships" id="257" r:id="R2bbd09f911e64268"/>
    <p:sldId xmlns:r="http://schemas.openxmlformats.org/officeDocument/2006/relationships" id="258" r:id="R3cd38db554bd46d1"/>
    <p:sldId xmlns:r="http://schemas.openxmlformats.org/officeDocument/2006/relationships" id="259" r:id="R62c812d88b1e4c64"/>
    <p:sldId xmlns:r="http://schemas.openxmlformats.org/officeDocument/2006/relationships" id="260" r:id="Rcf4823c42f48464e"/>
    <p:sldId xmlns:r="http://schemas.openxmlformats.org/officeDocument/2006/relationships" id="261" r:id="R59ec50204fbc499c"/>
    <p:sldId xmlns:r="http://schemas.openxmlformats.org/officeDocument/2006/relationships" id="262" r:id="Ra304883b7ccf4f59"/>
    <p:sldId xmlns:r="http://schemas.openxmlformats.org/officeDocument/2006/relationships" id="263" r:id="R5b5634ba702c4ead"/>
    <p:sldId xmlns:r="http://schemas.openxmlformats.org/officeDocument/2006/relationships" id="264" r:id="Re29565713eb54e71"/>
    <p:sldId xmlns:r="http://schemas.openxmlformats.org/officeDocument/2006/relationships" id="265" r:id="R675c86c639444ef6"/>
    <p:sldId xmlns:r="http://schemas.openxmlformats.org/officeDocument/2006/relationships" id="266" r:id="Ra1c4f1ea8b42478a"/>
    <p:sldId xmlns:r="http://schemas.openxmlformats.org/officeDocument/2006/relationships" id="267" r:id="R3bd240d41f4b425c"/>
    <p:sldId xmlns:r="http://schemas.openxmlformats.org/officeDocument/2006/relationships" id="268" r:id="R9de22bd6b915481c"/>
    <p:sldId xmlns:r="http://schemas.openxmlformats.org/officeDocument/2006/relationships" id="269" r:id="R10a8d1c2a79f4cd3"/>
    <p:sldId xmlns:r="http://schemas.openxmlformats.org/officeDocument/2006/relationships" id="270" r:id="R6323200d4a554110"/>
    <p:sldId xmlns:r="http://schemas.openxmlformats.org/officeDocument/2006/relationships" id="271" r:id="R9316e7e56ea44395"/>
    <p:sldId xmlns:r="http://schemas.openxmlformats.org/officeDocument/2006/relationships" id="272" r:id="R74b783b554ce4f6a"/>
    <p:sldId xmlns:r="http://schemas.openxmlformats.org/officeDocument/2006/relationships" id="273" r:id="R164a75cc36d34b34"/>
    <p:sldId xmlns:r="http://schemas.openxmlformats.org/officeDocument/2006/relationships" id="274" r:id="R1ae280cd71b444cf"/>
    <p:sldId xmlns:r="http://schemas.openxmlformats.org/officeDocument/2006/relationships" id="275" r:id="R1e7afd4ae5be48a2"/>
    <p:sldId xmlns:r="http://schemas.openxmlformats.org/officeDocument/2006/relationships" id="276" r:id="R745e2bdbdc6e4097"/>
    <p:sldId xmlns:r="http://schemas.openxmlformats.org/officeDocument/2006/relationships" id="277" r:id="Ra64d16c8c9034c4d"/>
  </p:sldIdLst>
  <p:sldSz cx="9144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658ef1bf5f4b07" /><Relationship Type="http://schemas.openxmlformats.org/officeDocument/2006/relationships/theme" Target="/ppt/theme/theme1.xml" Id="R138cac5b6521412d" /><Relationship Type="http://schemas.openxmlformats.org/officeDocument/2006/relationships/notesMaster" Target="/ppt/notesMasters/notesMaster1.xml" Id="R7074496b7b324c91" /><Relationship Type="http://schemas.openxmlformats.org/officeDocument/2006/relationships/presProps" Target="/ppt/presProps.xml" Id="R2c84817caf8f4d27" /><Relationship Type="http://schemas.openxmlformats.org/officeDocument/2006/relationships/viewProps" Target="/ppt/viewProps.xml" Id="Rd28b28d8ba0b4ca4" /><Relationship Type="http://schemas.openxmlformats.org/officeDocument/2006/relationships/tableStyles" Target="/ppt/tableStyles.xml" Id="R9d6963ca2cd74c98" /><Relationship Type="http://schemas.openxmlformats.org/officeDocument/2006/relationships/slide" Target="/ppt/slides/slide1.xml" Id="Rc0d216cc58704f5b" /><Relationship Type="http://schemas.openxmlformats.org/officeDocument/2006/relationships/slide" Target="/ppt/slides/slide2.xml" Id="R2bbd09f911e64268" /><Relationship Type="http://schemas.openxmlformats.org/officeDocument/2006/relationships/slide" Target="/ppt/slides/slide3.xml" Id="R3cd38db554bd46d1" /><Relationship Type="http://schemas.openxmlformats.org/officeDocument/2006/relationships/slide" Target="/ppt/slides/slide4.xml" Id="R62c812d88b1e4c64" /><Relationship Type="http://schemas.openxmlformats.org/officeDocument/2006/relationships/slide" Target="/ppt/slides/slide5.xml" Id="Rcf4823c42f48464e" /><Relationship Type="http://schemas.openxmlformats.org/officeDocument/2006/relationships/slide" Target="/ppt/slides/slide6.xml" Id="R59ec50204fbc499c" /><Relationship Type="http://schemas.openxmlformats.org/officeDocument/2006/relationships/slide" Target="/ppt/slides/slide7.xml" Id="Ra304883b7ccf4f59" /><Relationship Type="http://schemas.openxmlformats.org/officeDocument/2006/relationships/slide" Target="/ppt/slides/slide8.xml" Id="R5b5634ba702c4ead" /><Relationship Type="http://schemas.openxmlformats.org/officeDocument/2006/relationships/slide" Target="/ppt/slides/slide9.xml" Id="Re29565713eb54e71" /><Relationship Type="http://schemas.openxmlformats.org/officeDocument/2006/relationships/slide" Target="/ppt/slides/slide10.xml" Id="R675c86c639444ef6" /><Relationship Type="http://schemas.openxmlformats.org/officeDocument/2006/relationships/slide" Target="/ppt/slides/slide11.xml" Id="Ra1c4f1ea8b42478a" /><Relationship Type="http://schemas.openxmlformats.org/officeDocument/2006/relationships/slide" Target="/ppt/slides/slide12.xml" Id="R3bd240d41f4b425c" /><Relationship Type="http://schemas.openxmlformats.org/officeDocument/2006/relationships/slide" Target="/ppt/slides/slide13.xml" Id="R9de22bd6b915481c" /><Relationship Type="http://schemas.openxmlformats.org/officeDocument/2006/relationships/slide" Target="/ppt/slides/slide14.xml" Id="R10a8d1c2a79f4cd3" /><Relationship Type="http://schemas.openxmlformats.org/officeDocument/2006/relationships/slide" Target="/ppt/slides/slide15.xml" Id="R6323200d4a554110" /><Relationship Type="http://schemas.openxmlformats.org/officeDocument/2006/relationships/slide" Target="/ppt/slides/slide16.xml" Id="R9316e7e56ea44395" /><Relationship Type="http://schemas.openxmlformats.org/officeDocument/2006/relationships/slide" Target="/ppt/slides/slide17.xml" Id="R74b783b554ce4f6a" /><Relationship Type="http://schemas.openxmlformats.org/officeDocument/2006/relationships/slide" Target="/ppt/slides/slide18.xml" Id="R164a75cc36d34b34" /><Relationship Type="http://schemas.openxmlformats.org/officeDocument/2006/relationships/slide" Target="/ppt/slides/slide19.xml" Id="R1ae280cd71b444cf" /><Relationship Type="http://schemas.openxmlformats.org/officeDocument/2006/relationships/slide" Target="/ppt/slides/slide20.xml" Id="R1e7afd4ae5be48a2" /><Relationship Type="http://schemas.openxmlformats.org/officeDocument/2006/relationships/slide" Target="/ppt/slides/slide21.xml" Id="R745e2bdbdc6e4097" /><Relationship Type="http://schemas.openxmlformats.org/officeDocument/2006/relationships/slide" Target="/ppt/slides/slide22.xml" Id="Ra64d16c8c9034c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316aff7147f47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d12c9e8f12451e" /><Relationship Type="http://schemas.openxmlformats.org/officeDocument/2006/relationships/notesMaster" Target="/ppt/notesMasters/notesMaster1.xml" Id="R63c8f566673043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dbaa742e4841c1" /><Relationship Type="http://schemas.openxmlformats.org/officeDocument/2006/relationships/notesMaster" Target="/ppt/notesMasters/notesMaster1.xml" Id="Ra62db7e0826e44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91710086b04874" /><Relationship Type="http://schemas.openxmlformats.org/officeDocument/2006/relationships/notesMaster" Target="/ppt/notesMasters/notesMaster1.xml" Id="Racf82d1dcd204e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237a9f03194de1" /><Relationship Type="http://schemas.openxmlformats.org/officeDocument/2006/relationships/notesMaster" Target="/ppt/notesMasters/notesMaster1.xml" Id="R404b1f8051784d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4f87f3f34e4c1a" /><Relationship Type="http://schemas.openxmlformats.org/officeDocument/2006/relationships/notesMaster" Target="/ppt/notesMasters/notesMaster1.xml" Id="Rc98d973e5b7d44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ebfac55816422f" /><Relationship Type="http://schemas.openxmlformats.org/officeDocument/2006/relationships/notesMaster" Target="/ppt/notesMasters/notesMaster1.xml" Id="R6755cea5d65c48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aa25bec5b74ede" /><Relationship Type="http://schemas.openxmlformats.org/officeDocument/2006/relationships/notesMaster" Target="/ppt/notesMasters/notesMaster1.xml" Id="R69f361098b5e4f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0e058c09964c51" /><Relationship Type="http://schemas.openxmlformats.org/officeDocument/2006/relationships/notesMaster" Target="/ppt/notesMasters/notesMaster1.xml" Id="R7a9c989184f446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18e24ca7024756" /><Relationship Type="http://schemas.openxmlformats.org/officeDocument/2006/relationships/notesMaster" Target="/ppt/notesMasters/notesMaster1.xml" Id="Rd4e76486257a42b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c376cf142e471c" /><Relationship Type="http://schemas.openxmlformats.org/officeDocument/2006/relationships/notesMaster" Target="/ppt/notesMasters/notesMaster1.xml" Id="R76ee6f33f8a94d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08ded41a7549ce" /><Relationship Type="http://schemas.openxmlformats.org/officeDocument/2006/relationships/notesMaster" Target="/ppt/notesMasters/notesMaster1.xml" Id="Rb5aa7c5a80ab46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4789cb1b2b491a" /><Relationship Type="http://schemas.openxmlformats.org/officeDocument/2006/relationships/notesMaster" Target="/ppt/notesMasters/notesMaster1.xml" Id="Rd5456c5be7144ea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ecc0e1c1353475e" /><Relationship Type="http://schemas.openxmlformats.org/officeDocument/2006/relationships/notesMaster" Target="/ppt/notesMasters/notesMaster1.xml" Id="R16004499f35e40c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6567dd36e0e4efc" /><Relationship Type="http://schemas.openxmlformats.org/officeDocument/2006/relationships/notesMaster" Target="/ppt/notesMasters/notesMaster1.xml" Id="R16171b66428941f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1e82c81300f41bd" /><Relationship Type="http://schemas.openxmlformats.org/officeDocument/2006/relationships/notesMaster" Target="/ppt/notesMasters/notesMaster1.xml" Id="R981f6058c30c499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257759f44234c80" /><Relationship Type="http://schemas.openxmlformats.org/officeDocument/2006/relationships/notesMaster" Target="/ppt/notesMasters/notesMaster1.xml" Id="R7a6f8b8dd4c34d4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92ab624d36a453e" /><Relationship Type="http://schemas.openxmlformats.org/officeDocument/2006/relationships/notesMaster" Target="/ppt/notesMasters/notesMaster1.xml" Id="R177c54edf483487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88c8a8de1354306" /><Relationship Type="http://schemas.openxmlformats.org/officeDocument/2006/relationships/notesMaster" Target="/ppt/notesMasters/notesMaster1.xml" Id="R3456b0f5392a457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27d4bd87f644f5f" /><Relationship Type="http://schemas.openxmlformats.org/officeDocument/2006/relationships/notesMaster" Target="/ppt/notesMasters/notesMaster1.xml" Id="Rf2700440f67e4f3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2950fbfb4d84a1e" /><Relationship Type="http://schemas.openxmlformats.org/officeDocument/2006/relationships/notesMaster" Target="/ppt/notesMasters/notesMaster1.xml" Id="Rb86e74fe199f4b9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43b1447690146e0" /><Relationship Type="http://schemas.openxmlformats.org/officeDocument/2006/relationships/notesMaster" Target="/ppt/notesMasters/notesMaster1.xml" Id="R393ed323ccb7404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548a5494e9946b3" /><Relationship Type="http://schemas.openxmlformats.org/officeDocument/2006/relationships/notesMaster" Target="/ppt/notesMasters/notesMaster1.xml" Id="R3dbdb364b90840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c8b14423964b2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76178bd1e9452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378f8c8805454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c10c0f135d41e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5ea9a0bf23445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c5c858a909499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e6e261105b4b5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b59f28139a4ac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8576118558488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1c3f2440e247ed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a29bfc2381453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2FBE4E-4632-450D-8EFF-077568A25D35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6E20E1-6307-405F-B51A-2E701D28FFB2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7034E0-4B34-4E14-8F07-F73748865B82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8EFDD7E-F2A1-42A0-B03E-D4B6EEF54318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4F7104-DE34-4551-AC50-6833C90427A0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4FE04E-D81A-4E16-9CE4-A3D5D81B5FD7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8BEBE7-F5F5-4812-9A54-5279E7919159}"/>
              </a:ext>
            </a:extLst>
          </p:cNvPr>
          <p:cNvSpPr/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56BC62-C707-4268-AFF8-8250E939196E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89C815B-5BEE-4C31-822D-E752B091CBCD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D29DEB-BB46-454E-9373-DC4DEAC80466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9248A2-F6A0-4CBE-AAB7-5781931A337A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/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2E6DD9A-B447-40B8-9AFA-23A870F403E8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1065299-A4C6-4A88-B11F-AFE90AB76D50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27DBC7F-E697-47E9-A21A-72968D92D3A3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2F6B092-117E-443A-B535-6D56670A2EF3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8EE0B0-6535-4ECB-A1A8-F0D688B53D6B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0762E-4905-4E36-A766-5B4D6C44A8F2}"/>
              </a:ext>
            </a:extLst>
          </p:cNvPr>
          <p:cNvSpPr/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D3C4BC6-100E-4ADC-A461-6DEFB62E6A23}"/>
              </a:ext>
            </a:extLst>
          </p:cNvPr>
          <p:cNvSpPr/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03B9F24-B096-4FFA-9488-BE80C1294191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E6D6730-5DDE-4CC3-ADAD-38623F47DAE3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C51CFE-838A-4545-86B3-14DB52C4F3DF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7F595E-4669-4D31-AF7A-78C2EA38387F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/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491D423-9F6C-4CCF-AE91-FE775A90A298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5ECEDBE-407F-493D-A416-AFB9DBBAD8E2}"/>
              </a:ext>
            </a:extLst>
          </p:cNvPr>
          <p:cNvSpPr/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1AFC811-B68E-4B6E-8F89-312283644430}"/>
              </a:ext>
            </a:extLst>
          </p:cNvPr>
          <p:cNvSpPr/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B0A3A31-BA1C-47FF-8F82-AA827C13D89F}"/>
              </a:ext>
            </a:extLst>
          </p:cNvPr>
          <p:cNvSpPr/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A9C6233-4E15-40A7-9299-8F5FB479846D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118102F0-0C75-4279-9A49-7448F5FF8226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DFC4468-74B7-4EE4-818C-81A502973670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56E293-359C-437C-83B3-44D3D79876AE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4B55D17-7BFB-4FF8-9035-B6FE85E03AB2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10CF716-FD1C-42A4-B21D-376B600FFFF6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D2CAE4F-55CC-4AE5-8048-ED5C4411AC81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7AC856E-076B-4B24-9DBB-31B2D74ECC4F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F760085-849F-4718-AFC0-16B6BD02F899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603517E-B94A-4EF2-B13C-F126426BA8B3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CF1C79-5FB6-4089-B900-5E94E7D25ACA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/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823D19A-ADA4-4AB3-8BF4-B5D950478ED9}"/>
              </a:ext>
            </a:extLst>
          </p:cNvPr>
          <p:cNvSpPr/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F2ED1E5-F22B-4707-B361-A4C4FD15DDBE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19FC581-AD36-4FC7-8773-487F97205B81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27CFAD6-1823-4332-9071-39257D8A14C1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F4BD73-D22C-4C72-9550-74A7B0D396E0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5050B-C37A-4AE8-88E3-861E46C9DB3C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/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0428690-C275-462A-8940-F634A677BBA1}"/>
              </a:ext>
            </a:extLst>
          </p:cNvPr>
          <p:cNvSpPr/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B3C5E26-6D81-4877-9325-3A2A261F5CCB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7840F61-13F7-4580-A588-3A90599CC06A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820CE4-7B13-4665-BA75-F507DE771E8A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9ECE108-93BB-49D6-8772-D62152833CD1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1.xml><?xml version="1.0" encoding="utf-8"?>
<p:sldLayout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10E5D0-3F86-456B-8311-51DF23CA0099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118C4B-B266-49C5-92CE-BA0A2B12DBDA}"/>
              </a:ext>
            </a:extLst>
          </p:cNvPr>
          <p:cNvSpPr/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F2F644B-5D26-49C1-B1EF-5BFC10E3EE1C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80B6C13-05E1-4A53-8E38-AC76E23B5641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FBFACAA-0A94-44D6-B1A7-C17FD58BE406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2.xml><?xml version="1.0" encoding="utf-8"?>
<p:sldLayout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F2BCED5-3A5D-47F0-9DF4-6A63AC0FA9AD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/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07DC90D-B8AC-4453-9186-2BDA81724E16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F4D2B21-FDFC-4718-84C9-AE208364D998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293141D-5A70-44CC-8EBB-83AA59BA1AD3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96E852-DC9D-460C-A799-3EFF5FCEB8AD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972ff464cd14b65" /><Relationship Type="http://schemas.openxmlformats.org/officeDocument/2006/relationships/slideLayout" Target="/ppt/slideLayouts/slideLayout2.xml" Id="R47d44a3a1c85434d" /><Relationship Type="http://schemas.openxmlformats.org/officeDocument/2006/relationships/slideLayout" Target="/ppt/slideLayouts/slideLayout3.xml" Id="Rbe7b1e62856e4f69" /><Relationship Type="http://schemas.openxmlformats.org/officeDocument/2006/relationships/slideLayout" Target="/ppt/slideLayouts/slideLayout4.xml" Id="R58b0f894269a4092" /><Relationship Type="http://schemas.openxmlformats.org/officeDocument/2006/relationships/slideLayout" Target="/ppt/slideLayouts/slideLayout5.xml" Id="Rf999bc46c1a343cd" /><Relationship Type="http://schemas.openxmlformats.org/officeDocument/2006/relationships/slideLayout" Target="/ppt/slideLayouts/slideLayout6.xml" Id="Rce1d092ca5ff4596" /><Relationship Type="http://schemas.openxmlformats.org/officeDocument/2006/relationships/slideLayout" Target="/ppt/slideLayouts/slideLayout7.xml" Id="R514479435d424abc" /><Relationship Type="http://schemas.openxmlformats.org/officeDocument/2006/relationships/slideLayout" Target="/ppt/slideLayouts/slideLayout8.xml" Id="R4da9a6d12cbc4930" /><Relationship Type="http://schemas.openxmlformats.org/officeDocument/2006/relationships/slideLayout" Target="/ppt/slideLayouts/slideLayout9.xml" Id="Rc17f8104584241eb" /><Relationship Type="http://schemas.openxmlformats.org/officeDocument/2006/relationships/slideLayout" Target="/ppt/slideLayouts/slideLayout10.xml" Id="R98c501a99aab42c7" /><Relationship Type="http://schemas.openxmlformats.org/officeDocument/2006/relationships/slideLayout" Target="/ppt/slideLayouts/slideLayout11.xml" Id="R388d0c2478bd42ba" /><Relationship Type="http://schemas.openxmlformats.org/officeDocument/2006/relationships/slideLayout" Target="/ppt/slideLayouts/slideLayout12.xml" Id="R0a9ae69493de4e8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943012E-CC8A-4264-B498-B2465CAE3821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881B2B-24FC-4446-8134-BBE40C5AD0BB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CC79DD-89CE-48C6-AB04-D3409D6215AB}"/>
              </a:ext>
            </a:extLst>
          </p:cNvPr>
          <p:cNvSpPr/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7C75F3B-5B40-449D-A827-CB8ABAD85737}"/>
              </a:ext>
            </a:extLst>
          </p:cNvPr>
          <p:cNvSpPr/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A5D9971-2BD1-4A2B-B2F6-1A75DE59723B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d44a3a1c85434d"/>
    <p:sldLayoutId xmlns:r="http://schemas.openxmlformats.org/officeDocument/2006/relationships" id="2147483650" r:id="Rbe7b1e62856e4f69"/>
    <p:sldLayoutId xmlns:r="http://schemas.openxmlformats.org/officeDocument/2006/relationships" id="2147483651" r:id="R58b0f894269a4092"/>
    <p:sldLayoutId xmlns:r="http://schemas.openxmlformats.org/officeDocument/2006/relationships" id="2147483652" r:id="Rf999bc46c1a343cd"/>
    <p:sldLayoutId xmlns:r="http://schemas.openxmlformats.org/officeDocument/2006/relationships" id="2147483653" r:id="Rce1d092ca5ff4596"/>
    <p:sldLayoutId xmlns:r="http://schemas.openxmlformats.org/officeDocument/2006/relationships" id="2147483654" r:id="R514479435d424abc"/>
    <p:sldLayoutId xmlns:r="http://schemas.openxmlformats.org/officeDocument/2006/relationships" id="2147483655" r:id="R4da9a6d12cbc4930"/>
    <p:sldLayoutId xmlns:r="http://schemas.openxmlformats.org/officeDocument/2006/relationships" id="2147483656" r:id="Rc17f8104584241eb"/>
    <p:sldLayoutId xmlns:r="http://schemas.openxmlformats.org/officeDocument/2006/relationships" id="2147483657" r:id="R98c501a99aab42c7"/>
    <p:sldLayoutId xmlns:r="http://schemas.openxmlformats.org/officeDocument/2006/relationships" id="2147483658" r:id="R388d0c2478bd42ba"/>
    <p:sldLayoutId xmlns:r="http://schemas.openxmlformats.org/officeDocument/2006/relationships" id="2147483659" r:id="R0a9ae69493de4e85"/>
  </p:sldLayoutIdLst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decb4764074464" /><Relationship Type="http://schemas.openxmlformats.org/officeDocument/2006/relationships/notesSlide" Target="/ppt/notesSlides/notesSlide1.xml" Id="Ra59bede8c67847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0976209c1804f77" /><Relationship Type="http://schemas.openxmlformats.org/officeDocument/2006/relationships/notesSlide" Target="/ppt/notesSlides/notesSlide2.xml" Id="R23ada80a794548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287de7d233f4e44" /><Relationship Type="http://schemas.openxmlformats.org/officeDocument/2006/relationships/notesSlide" Target="/ppt/notesSlides/notesSlide3.xml" Id="R25d52cea417444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8f6f928cf814082" /><Relationship Type="http://schemas.openxmlformats.org/officeDocument/2006/relationships/image" Target="/ppt/media/image.png" Id="R737cd8e42674407f" /><Relationship Type="http://schemas.openxmlformats.org/officeDocument/2006/relationships/notesSlide" Target="/ppt/notesSlides/notesSlide4.xml" Id="Ra8495ca9015c4b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88a89342ed4493d" /><Relationship Type="http://schemas.openxmlformats.org/officeDocument/2006/relationships/image" Target="/ppt/media/image.bin" Id="Rcad38ed12de24fa0" /><Relationship Type="http://schemas.openxmlformats.org/officeDocument/2006/relationships/notesSlide" Target="/ppt/notesSlides/notesSlide5.xml" Id="Rf4df4cf2803648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5d1b1dc0354747" /><Relationship Type="http://schemas.openxmlformats.org/officeDocument/2006/relationships/image" Target="/ppt/media/image2.bin" Id="R6c8d805a0c1c47b4" /><Relationship Type="http://schemas.openxmlformats.org/officeDocument/2006/relationships/notesSlide" Target="/ppt/notesSlides/notesSlide6.xml" Id="Rd6a68de18dce49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5e5a4d7487c4722" /><Relationship Type="http://schemas.openxmlformats.org/officeDocument/2006/relationships/image" Target="/ppt/media/image3.bin" Id="R28de47afedef4e60" /><Relationship Type="http://schemas.openxmlformats.org/officeDocument/2006/relationships/notesSlide" Target="/ppt/notesSlides/notesSlide7.xml" Id="R0b46a32ff86d4e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9ee8765cab43fb" /><Relationship Type="http://schemas.openxmlformats.org/officeDocument/2006/relationships/image" Target="/ppt/media/image2.png" Id="R025ca07b13ff407d" /><Relationship Type="http://schemas.openxmlformats.org/officeDocument/2006/relationships/notesSlide" Target="/ppt/notesSlides/notesSlide8.xml" Id="R4cf29a90dffb49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e1122569528416e" /><Relationship Type="http://schemas.openxmlformats.org/officeDocument/2006/relationships/image" Target="/ppt/media/image3.png" Id="R37416f245cc54352" /><Relationship Type="http://schemas.openxmlformats.org/officeDocument/2006/relationships/notesSlide" Target="/ppt/notesSlides/notesSlide9.xml" Id="R3ae45f055c5d46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9483bdd292242f6" /><Relationship Type="http://schemas.openxmlformats.org/officeDocument/2006/relationships/image" Target="/ppt/media/image4.png" Id="Raef8f9736cd04c8b" /><Relationship Type="http://schemas.openxmlformats.org/officeDocument/2006/relationships/notesSlide" Target="/ppt/notesSlides/notesSlide10.xml" Id="R8035927aa18949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28186121314786" /><Relationship Type="http://schemas.openxmlformats.org/officeDocument/2006/relationships/notesSlide" Target="/ppt/notesSlides/notesSlide11.xml" Id="R09af18e3e6d3443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420ae489a4840f0" /><Relationship Type="http://schemas.openxmlformats.org/officeDocument/2006/relationships/notesSlide" Target="/ppt/notesSlides/notesSlide12.xml" Id="R9fdd717d579e43a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b95fd6caf4e48f1" /><Relationship Type="http://schemas.openxmlformats.org/officeDocument/2006/relationships/notesSlide" Target="/ppt/notesSlides/notesSlide13.xml" Id="Ra8210d05e34241b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fc0ded58cd247b9" /><Relationship Type="http://schemas.openxmlformats.org/officeDocument/2006/relationships/image" Target="/ppt/media/image4.bin" Id="R8defff8009454076" /><Relationship Type="http://schemas.openxmlformats.org/officeDocument/2006/relationships/notesSlide" Target="/ppt/notesSlides/notesSlide14.xml" Id="R007716267c554f7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56fd0c679744b4" /><Relationship Type="http://schemas.openxmlformats.org/officeDocument/2006/relationships/image" Target="/ppt/media/image5.png" Id="Rd67f541e52544086" /><Relationship Type="http://schemas.openxmlformats.org/officeDocument/2006/relationships/notesSlide" Target="/ppt/notesSlides/notesSlide15.xml" Id="R0004b9aa531c4b2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18224679fe043d5" /><Relationship Type="http://schemas.openxmlformats.org/officeDocument/2006/relationships/image" Target="/ppt/media/image6.png" Id="Rbcba299cdd9145f9" /><Relationship Type="http://schemas.openxmlformats.org/officeDocument/2006/relationships/notesSlide" Target="/ppt/notesSlides/notesSlide16.xml" Id="R52bf6851c82f48b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a3777406768498f" /><Relationship Type="http://schemas.openxmlformats.org/officeDocument/2006/relationships/image" Target="/ppt/media/image7.png" Id="Rf159336354a44fc0" /><Relationship Type="http://schemas.openxmlformats.org/officeDocument/2006/relationships/notesSlide" Target="/ppt/notesSlides/notesSlide17.xml" Id="R74a4073f904649b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7ef0b2299b4429" /><Relationship Type="http://schemas.openxmlformats.org/officeDocument/2006/relationships/image" Target="/ppt/media/image8.png" Id="Rd403186a81924676" /><Relationship Type="http://schemas.openxmlformats.org/officeDocument/2006/relationships/notesSlide" Target="/ppt/notesSlides/notesSlide18.xml" Id="Rb106ad075af342d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6dffa096fc4172" /><Relationship Type="http://schemas.openxmlformats.org/officeDocument/2006/relationships/image" Target="/ppt/media/image9.png" Id="Rdc43674f96964c55" /><Relationship Type="http://schemas.openxmlformats.org/officeDocument/2006/relationships/notesSlide" Target="/ppt/notesSlides/notesSlide19.xml" Id="Rdd20d02010b74c8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26066fd54594c4f" /><Relationship Type="http://schemas.openxmlformats.org/officeDocument/2006/relationships/image" Target="/ppt/media/image10.png" Id="R78f3d30ca5844f60" /><Relationship Type="http://schemas.openxmlformats.org/officeDocument/2006/relationships/notesSlide" Target="/ppt/notesSlides/notesSlide20.xml" Id="R4574047fab484cf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2da450e29524f27" /><Relationship Type="http://schemas.openxmlformats.org/officeDocument/2006/relationships/image" Target="/ppt/media/image11.png" Id="R16c90db2db4c4e7b" /><Relationship Type="http://schemas.openxmlformats.org/officeDocument/2006/relationships/notesSlide" Target="/ppt/notesSlides/notesSlide21.xml" Id="Ra375adec4e474ad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db9b13c97164c3c" /><Relationship Type="http://schemas.openxmlformats.org/officeDocument/2006/relationships/notesSlide" Target="/ppt/notesSlides/notesSlide22.xml" Id="Rf9d16e6a99484e3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56EF04-1557-405A-8CDA-529C2A7C196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2850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rUTI Clinical-to-Genomic Analysis: Current UTI / Not_UTI Evidence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61B178F-4ADE-4014-ABCC-BB09D6E4306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566D7C"/>
                </a:solidFill>
                <a:latin typeface="Arial"/>
                <a:ea typeface="Arial"/>
                <a:cs typeface="Arial"/>
              </a:rPr>
              <a:t>Do strains persist? What changes when symptoms emerge? What can sparse UTI events support? | Scientific review and handover</a:t>
            </a:r>
          </a:p>
        </p:txBody>
      </p:sp>
    </p:spTree>
    <p:extLst>
      <p:ext uri="{BB962C8B-B14F-4D97-AF65-F5344CB8AC3E}">
        <p14:creationId xmlns:p14="http://schemas.microsoft.com/office/powerpoint/2010/main" val="17745442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4D5AD8-4107-413B-B88D-5160E9EEFF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3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Clinical motivation: bacteriuria is not synonymous with symptomatic UTI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EDE2F5B-B368-4590-9A6B-D92233E6A58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Repeated bacteriuria does not automatically indicate symptomatic infection.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UTI | Culture-supported episode with compatible, catheter-aware symptoms.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Not_UTI | Comparator state; clinically heterogeneous by design.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Longitudinal sampling asks what changes before symptoms emerge.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Primary analysis throughout: UTI versus Not_UTI.</a:t>
            </a:r>
          </a:p>
        </p:txBody>
      </p:sp>
    </p:spTree>
    <p:extLst>
      <p:ext uri="{BB962C8B-B14F-4D97-AF65-F5344CB8AC3E}">
        <p14:creationId xmlns:p14="http://schemas.microsoft.com/office/powerpoint/2010/main" val="13252596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AE8EF39-1CAF-4FB6-BD1F-BDB98260B2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3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Longitudinal study design: clinical episodes connected to bacterial genomes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A1579E1-66D1-41BB-A780-3B23DA877F6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Repeated clinical episodes linked by participant and time.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Clinical lane: culture, symptoms and catheter context establish primary status.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Genomic lane: isolate sequencing produces VF, SNP/ST and accessory context.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Integration asks whether clinical transitions reflect persistence, replacement or uncertainty.</a:t>
            </a:r>
          </a:p>
        </p:txBody>
      </p:sp>
    </p:spTree>
    <p:extLst>
      <p:ext uri="{BB962C8B-B14F-4D97-AF65-F5344CB8AC3E}">
        <p14:creationId xmlns:p14="http://schemas.microsoft.com/office/powerpoint/2010/main" val="83031658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C2D4A3-2CE6-45B8-9357-C6483185FD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Current analytical denominator: establish the boundary before interpreting biology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08C8F5-024D-4B72-A816-EEF0AF0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75">
                <a:solidFill>
                  <a:srgbClr val="566D7C"/>
                </a:solidFill>
                <a:latin typeface="Arial"/>
                <a:ea typeface="Arial"/>
                <a:cs typeface="Arial"/>
              </a:rPr>
              <a:t>DESCRIPTIVE | Clinical: 583 episodes (18 UTI; 565 Not_UTI). VF/model-ready: 556 (17 UTI; 539 Not_UTI).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7cd8e42674407f"/>
          <a:stretch xmlns:a="http://schemas.openxmlformats.org/drawingml/2006/main"/>
        </p:blipFill>
        <p:spPr>
          <a:xfrm xmlns:a="http://schemas.openxmlformats.org/drawingml/2006/main">
            <a:off x="742950" y="2281809"/>
            <a:ext cx="7658100" cy="296113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078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C2D4A3-2CE6-45B8-9357-C6483185FD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Current UTI definition: culture support plus catheter-aware compatible symptoms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08C8F5-024D-4B72-A816-EEF0AF0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75">
                <a:solidFill>
                  <a:srgbClr val="566D7C"/>
                </a:solidFill>
                <a:latin typeface="Arial"/>
                <a:ea typeface="Arial"/>
                <a:cs typeface="Arial"/>
              </a:rPr>
              <a:t>DESCRIPTIVE | Not_UTI is the comparator state, not a single biological phenotype.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d38ed12de24fa0"/>
          <a:stretch xmlns:a="http://schemas.openxmlformats.org/drawingml/2006/main"/>
        </p:blipFill>
        <p:spPr>
          <a:xfrm xmlns:a="http://schemas.openxmlformats.org/drawingml/2006/main">
            <a:off x="742950" y="1524000"/>
            <a:ext cx="76581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078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C2D4A3-2CE6-45B8-9357-C6483185FD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Integrated workflow: clinical status and genomic evidence meet at transition analysis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08C8F5-024D-4B72-A816-EEF0AF0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75">
                <a:solidFill>
                  <a:srgbClr val="566D7C"/>
                </a:solidFill>
                <a:latin typeface="Arial"/>
                <a:ea typeface="Arial"/>
                <a:cs typeface="Arial"/>
              </a:rPr>
              <a:t>WORKFLOW | Primary status, VF/WGS outputs and longitudinal casebook are integrated after episode linkage.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d805a0c1c47b4"/>
          <a:stretch xmlns:a="http://schemas.openxmlformats.org/drawingml/2006/main"/>
        </p:blipFill>
        <p:spPr>
          <a:xfrm xmlns:a="http://schemas.openxmlformats.org/drawingml/2006/main">
            <a:off x="742950" y="1524000"/>
            <a:ext cx="76581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078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C2D4A3-2CE6-45B8-9357-C6483185FD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Worked transition: participant 20026 develops symptoms without measured profile change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08C8F5-024D-4B72-A816-EEF0AF0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75">
                <a:solidFill>
                  <a:srgbClr val="566D7C"/>
                </a:solidFill>
                <a:latin typeface="Arial"/>
                <a:ea typeface="Arial"/>
                <a:cs typeface="Arial"/>
              </a:rPr>
              <a:t>DESCRIPTIVE | Stable measured profile supports a host-state or regulatory hypothesis; it does not prove mechanism.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e47afedef4e60"/>
          <a:stretch xmlns:a="http://schemas.openxmlformats.org/drawingml/2006/main"/>
        </p:blipFill>
        <p:spPr>
          <a:xfrm xmlns:a="http://schemas.openxmlformats.org/drawingml/2006/main">
            <a:off x="742950" y="1524000"/>
            <a:ext cx="76581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0786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C2D4A3-2CE6-45B8-9357-C6483185FD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Transition mechanism casebook: the route into UTI is biologically heterogeneous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08C8F5-024D-4B72-A816-EEF0AF0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75">
                <a:solidFill>
                  <a:srgbClr val="566D7C"/>
                </a:solidFill>
                <a:latin typeface="Arial"/>
                <a:ea typeface="Arial"/>
                <a:cs typeface="Arial"/>
              </a:rPr>
              <a:t>DESCRIPTIVE | 11 clinical transitions; 10 WGS/VF-linked; 4 stable-profile and 3 replacement-consistent.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ca07b13ff407d"/>
          <a:stretch xmlns:a="http://schemas.openxmlformats.org/drawingml/2006/main"/>
        </p:blipFill>
        <p:spPr>
          <a:xfrm xmlns:a="http://schemas.openxmlformats.org/drawingml/2006/main">
            <a:off x="742950" y="1799987"/>
            <a:ext cx="7658100" cy="392477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078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C2D4A3-2CE6-45B8-9357-C6483185FD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Central finding: the same measured strain profile can accompany changing clinical state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08C8F5-024D-4B72-A816-EEF0AF0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75">
                <a:solidFill>
                  <a:srgbClr val="566D7C"/>
                </a:solidFill>
                <a:latin typeface="Arial"/>
                <a:ea typeface="Arial"/>
                <a:cs typeface="Arial"/>
              </a:rPr>
              <a:t>DESCRIPTIVE | Low SNP distance plus stable VF profile can accompany symptom emergence.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16f245cc54352"/>
          <a:stretch xmlns:a="http://schemas.openxmlformats.org/drawingml/2006/main"/>
        </p:blipFill>
        <p:spPr>
          <a:xfrm xmlns:a="http://schemas.openxmlformats.org/drawingml/2006/main">
            <a:off x="742950" y="1847850"/>
            <a:ext cx="7658100" cy="3829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078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C2D4A3-2CE6-45B8-9357-C6483185FD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Population-level VF findings remain exploratory under sparse UTI counts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08C8F5-024D-4B72-A816-EEF0AF0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975">
                <a:solidFill>
                  <a:srgbClr val="566D7C"/>
                </a:solidFill>
                <a:latin typeface="Arial"/>
                <a:ea typeface="Arial"/>
                <a:cs typeface="Arial"/>
              </a:rPr>
              <a:t>EXPLORATORY | No global VF association remains significant after FDR correction; 17 VF-ready UTI episodes.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8f9736cd04c8b"/>
          <a:stretch xmlns:a="http://schemas.openxmlformats.org/drawingml/2006/main"/>
        </p:blipFill>
        <p:spPr>
          <a:xfrm xmlns:a="http://schemas.openxmlformats.org/drawingml/2006/main">
            <a:off x="841375" y="1524000"/>
            <a:ext cx="746125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078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4CB704-DF65-4FC9-9BAB-131CC95DF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250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Evidence boundary: strong descriptive transitions, limited population-wide inference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C2B2A7-BCF0-4955-A406-74B54E4FD41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DESCRIPTIVE TRANSITION EVIDENCE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11 clinical Not_UTI-to-UTI transitions; 10 have WGS/VF endpoints.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Four stable-profile cases and three replacement-consistent cases shape the biological story.</a:t>
            </a:r>
          </a:p>
          <a:p xmlns:a="http://schemas.openxmlformats.org/drawingml/2006/main">
            <a:pPr>
              <a:buNone/>
              <a:defRPr sz="2400"/>
            </a:pPr>
            <a:r>
              <a:t/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EXPLORATORY POPULATION EVIDENCE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No FDR-significant global VF association; sparse UTI counts constrain precision.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Sensitivity panels diagnose fragility rather than confirm association.</a:t>
            </a:r>
          </a:p>
        </p:txBody>
      </p:sp>
    </p:spTree>
    <p:extLst>
      <p:ext uri="{BB962C8B-B14F-4D97-AF65-F5344CB8AC3E}">
        <p14:creationId xmlns:p14="http://schemas.microsoft.com/office/powerpoint/2010/main" val="55336666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4CB704-DF65-4FC9-9BAB-131CC95DF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250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Interpretation and limitations: a plausible biological direction, not a proved mechanism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C2B2A7-BCF0-4955-A406-74B54E4FD41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WHAT THE DATA SUPPORT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Stable measured strain profiles can accompany symptom emergence.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WHAT THEY DO NOT PROVE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Host state, bacterial regulation/expression and unmeasured changes remain alternatives.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PRIMARY LIMITATIONS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18 clinical UTI episodes; 17 VF-ready UTI episodes; one transition missing genomic endpoint.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Repeated measures and missing endpoints restrict population-level inference.</a:t>
            </a:r>
          </a:p>
        </p:txBody>
      </p:sp>
    </p:spTree>
    <p:extLst>
      <p:ext uri="{BB962C8B-B14F-4D97-AF65-F5344CB8AC3E}">
        <p14:creationId xmlns:p14="http://schemas.microsoft.com/office/powerpoint/2010/main" val="55336666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4CB704-DF65-4FC9-9BAB-131CC95DF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3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Next research decisions and discussion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C2B2A7-BCF0-4955-A406-74B54E4FD41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EVIDENCE | Preserve the transition-focused biological narrative.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NEXT ANALYSIS | Prioritise within-strain follow-up and clinically grounded host/context variables.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DESIGN | Analyse replacement separately from possible symptom emergence within strain.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REPORTING | Keep global VF analysis exploratory; keep AMR as transition context only.</a:t>
            </a:r>
          </a:p>
          <a:p xmlns:a="http://schemas.openxmlformats.org/drawingml/2006/main">
            <a:pPr>
              <a:buNone/>
              <a:defRPr sz="2400"/>
            </a:pPr>
            <a:r>
              <a:t/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DISCUSSION | What should become the next confirmatory question?</a:t>
            </a:r>
          </a:p>
        </p:txBody>
      </p:sp>
    </p:spTree>
    <p:extLst>
      <p:ext uri="{BB962C8B-B14F-4D97-AF65-F5344CB8AC3E}">
        <p14:creationId xmlns:p14="http://schemas.microsoft.com/office/powerpoint/2010/main" val="55336666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188963-13AF-4067-84A2-8820B0DE13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APPENDIX 1 | Practical handover: current outputs and rerun entry point</a:t>
            </a:r>
          </a:p>
        </p:txBody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fff8009454076"/>
          <a:stretch xmlns:a="http://schemas.openxmlformats.org/drawingml/2006/main"/>
        </p:blipFill>
        <p:spPr>
          <a:xfrm xmlns:a="http://schemas.openxmlformats.org/drawingml/2006/main">
            <a:off x="647700" y="1524000"/>
            <a:ext cx="7848600" cy="4991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9853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188963-13AF-4067-84A2-8820B0DE13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APPENDIX 2 | Clinical rule audit detail (current status definition)</a:t>
            </a:r>
          </a:p>
        </p:txBody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7f541e52544086"/>
          <a:stretch xmlns:a="http://schemas.openxmlformats.org/drawingml/2006/main"/>
        </p:blipFill>
        <p:spPr>
          <a:xfrm xmlns:a="http://schemas.openxmlformats.org/drawingml/2006/main">
            <a:off x="647700" y="1743456"/>
            <a:ext cx="7848600" cy="4552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9853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188963-13AF-4067-84A2-8820B0DE13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APPENDIX 3 | Transition comparisons (descriptive)</a:t>
            </a:r>
          </a:p>
        </p:txBody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ba299cdd9145f9"/>
          <a:stretch xmlns:a="http://schemas.openxmlformats.org/drawingml/2006/main"/>
        </p:blipFill>
        <p:spPr>
          <a:xfrm xmlns:a="http://schemas.openxmlformats.org/drawingml/2006/main">
            <a:off x="1062633" y="1524000"/>
            <a:ext cx="7018734" cy="4991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9853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188963-13AF-4067-84A2-8820B0DE13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APPENDIX 4 | Accessory, plasmid and AMR context (exploratory only)</a:t>
            </a:r>
          </a:p>
        </p:txBody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59336354a44fc0"/>
          <a:stretch xmlns:a="http://schemas.openxmlformats.org/drawingml/2006/main"/>
        </p:blipFill>
        <p:spPr>
          <a:xfrm xmlns:a="http://schemas.openxmlformats.org/drawingml/2006/main">
            <a:off x="647700" y="1821942"/>
            <a:ext cx="7848600" cy="439521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9853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188963-13AF-4067-84A2-8820B0DE13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APPENDIX 5 | Near-miss and sparse precision (sensitivity analysis)</a:t>
            </a:r>
          </a:p>
        </p:txBody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03186a81924676"/>
          <a:stretch xmlns:a="http://schemas.openxmlformats.org/drawingml/2006/main"/>
        </p:blipFill>
        <p:spPr>
          <a:xfrm xmlns:a="http://schemas.openxmlformats.org/drawingml/2006/main">
            <a:off x="647700" y="1743456"/>
            <a:ext cx="7848600" cy="4552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9853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188963-13AF-4067-84A2-8820B0DE13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APPENDIX 6 | Leave-one-UTI-out stability (sensitivity analysis)</a:t>
            </a:r>
          </a:p>
        </p:txBody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3674f96964c55"/>
          <a:stretch xmlns:a="http://schemas.openxmlformats.org/drawingml/2006/main"/>
        </p:blipFill>
        <p:spPr>
          <a:xfrm xmlns:a="http://schemas.openxmlformats.org/drawingml/2006/main">
            <a:off x="647700" y="2188210"/>
            <a:ext cx="7848600" cy="36626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9853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188963-13AF-4067-84A2-8820B0DE13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APPENDIX 7 | Prioritised variant follow-up (descriptive)</a:t>
            </a:r>
          </a:p>
        </p:txBody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f3d30ca5844f60"/>
          <a:stretch xmlns:a="http://schemas.openxmlformats.org/drawingml/2006/main"/>
        </p:blipFill>
        <p:spPr>
          <a:xfrm xmlns:a="http://schemas.openxmlformats.org/drawingml/2006/main">
            <a:off x="647700" y="1966839"/>
            <a:ext cx="7848600" cy="410542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9853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FE7F8F-FD69-4EEA-A079-BED8993D97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025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APPENDIX 8 | Full longitudinal lookup (contextual backup only)</a:t>
            </a:r>
          </a:p>
        </p:txBody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90db2db4c4e7b"/>
          <a:stretch xmlns:a="http://schemas.openxmlformats.org/drawingml/2006/main"/>
        </p:blipFill>
        <p:spPr>
          <a:xfrm xmlns:a="http://schemas.openxmlformats.org/drawingml/2006/main">
            <a:off x="2492375" y="1524000"/>
            <a:ext cx="4159250" cy="4991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7050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A3A378-7B42-47CD-88BC-E1826F1B22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/>
            </a:pPr>
            <a:r>
              <a:rPr sz="2250" b="1">
                <a:solidFill>
                  <a:srgbClr val="162832"/>
                </a:solidFill>
                <a:latin typeface="Arial"/>
                <a:ea typeface="Arial"/>
                <a:cs typeface="Arial"/>
              </a:rPr>
              <a:t>APPENDIX 9 | Evidence registry and interpretation guardrails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6BB130-A8E0-4F1D-9DC2-78B0207C0B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CURRENT SOURCES OF TRUTH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final_key_results_summary.md | headline results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final_figure_captions.md + final_figure_manifest.csv | figures and limitations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not_uti_to_uti_casebook.md | transition case details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pipeline_architecture.md + 35_final_figure_pack.R | orientation and figure generation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DECK UPDATE | Superseded result frames replaced with current UTI / Not_UTI evidence in an intentional academic-report restyle.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GUARDRAILS | UTI versus Not_UTI only; no FDR-significant global VF claim; AMR is context only.</a:t>
            </a:r>
          </a:p>
          <a:p xmlns:a="http://schemas.openxmlformats.org/drawingml/2006/main">
            <a:pPr algn="l">
              <a:buNone/>
              <a:defRPr sz="2400"/>
            </a:pPr>
            <a:r>
              <a:rPr sz="1425">
                <a:solidFill>
                  <a:srgbClr val="162832"/>
                </a:solidFill>
                <a:latin typeface="Arial"/>
                <a:ea typeface="Arial"/>
                <a:cs typeface="Arial"/>
              </a:rPr>
              <a:t>Denominators displayed in this deck are validated episode-level counts.</a:t>
            </a:r>
          </a:p>
        </p:txBody>
      </p:sp>
    </p:spTree>
    <p:extLst>
      <p:ext uri="{BB962C8B-B14F-4D97-AF65-F5344CB8AC3E}">
        <p14:creationId xmlns:p14="http://schemas.microsoft.com/office/powerpoint/2010/main" val="928524106"/>
      </p:ext>
    </p:extLst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2026-05-26T23:56:02.0680000Z</dcterms:created>
  <dcterms:modified xsi:type="dcterms:W3CDTF">2026-05-26T23:56:02.0680000Z</dcterms:modified>
</coreProperties>
</file>