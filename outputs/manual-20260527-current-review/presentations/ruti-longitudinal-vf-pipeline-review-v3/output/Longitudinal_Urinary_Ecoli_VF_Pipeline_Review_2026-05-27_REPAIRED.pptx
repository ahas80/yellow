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efc481bfe47cf" /><Relationship Type="http://schemas.openxmlformats.org/officeDocument/2006/relationships/extended-properties" Target="/docProps/app.xml" Id="R3954efb1f4c64618" /><Relationship Type="http://schemas.openxmlformats.org/officeDocument/2006/relationships/officeDocument" Target="/ppt/presentation.xml" Id="R6b9450bbbdc142d2" /></Relationships>
</file>

<file path=ppt/presentation.xml><?xml version="1.0" encoding="utf-8"?>
<p:presentation xmlns:p="http://schemas.openxmlformats.org/presentationml/2006/main">
  <p:sldMasterIdLst>
    <p:sldMasterId xmlns:r="http://schemas.openxmlformats.org/officeDocument/2006/relationships" id="2147483648" r:id="Rd4d461d7a83e4ed8"/>
  </p:sldMasterIdLst>
  <p:notesMasterIdLst>
    <p:notesMasterId xmlns:r="http://schemas.openxmlformats.org/officeDocument/2006/relationships" r:id="R91fea0ce7ed74caf"/>
  </p:notesMasterIdLst>
  <p:sldIdLst>
    <p:sldId xmlns:r="http://schemas.openxmlformats.org/officeDocument/2006/relationships" id="256" r:id="R8a8193ab343d4a30"/>
    <p:sldId xmlns:r="http://schemas.openxmlformats.org/officeDocument/2006/relationships" id="257" r:id="R1656417372214f24"/>
    <p:sldId xmlns:r="http://schemas.openxmlformats.org/officeDocument/2006/relationships" id="258" r:id="R01ef6ae5742f4fbd"/>
    <p:sldId xmlns:r="http://schemas.openxmlformats.org/officeDocument/2006/relationships" id="259" r:id="R0a4dde26ffe2402e"/>
    <p:sldId xmlns:r="http://schemas.openxmlformats.org/officeDocument/2006/relationships" id="260" r:id="R4f137657bded492c"/>
    <p:sldId xmlns:r="http://schemas.openxmlformats.org/officeDocument/2006/relationships" id="261" r:id="R9e30785441cc4865"/>
    <p:sldId xmlns:r="http://schemas.openxmlformats.org/officeDocument/2006/relationships" id="262" r:id="Rc3c51023e0774534"/>
    <p:sldId xmlns:r="http://schemas.openxmlformats.org/officeDocument/2006/relationships" id="263" r:id="Rf1262cbce1f54713"/>
    <p:sldId xmlns:r="http://schemas.openxmlformats.org/officeDocument/2006/relationships" id="264" r:id="R85f61a220f3f4371"/>
    <p:sldId xmlns:r="http://schemas.openxmlformats.org/officeDocument/2006/relationships" id="265" r:id="Rb6ab7452a9b44add"/>
    <p:sldId xmlns:r="http://schemas.openxmlformats.org/officeDocument/2006/relationships" id="266" r:id="R92b92c8644df4502"/>
    <p:sldId xmlns:r="http://schemas.openxmlformats.org/officeDocument/2006/relationships" id="267" r:id="R8e62b554d8964762"/>
    <p:sldId xmlns:r="http://schemas.openxmlformats.org/officeDocument/2006/relationships" id="268" r:id="Rd373a98c025343fc"/>
    <p:sldId xmlns:r="http://schemas.openxmlformats.org/officeDocument/2006/relationships" id="269" r:id="Rd024e3173a064026"/>
    <p:sldId xmlns:r="http://schemas.openxmlformats.org/officeDocument/2006/relationships" id="270" r:id="Rb3c15d4228f34000"/>
    <p:sldId xmlns:r="http://schemas.openxmlformats.org/officeDocument/2006/relationships" id="271" r:id="R21aaeb66e55747c5"/>
    <p:sldId xmlns:r="http://schemas.openxmlformats.org/officeDocument/2006/relationships" id="272" r:id="Rd2abd4bf2ac14b09"/>
    <p:sldId xmlns:r="http://schemas.openxmlformats.org/officeDocument/2006/relationships" id="273" r:id="R715bb8d1eb2147ea"/>
    <p:sldId xmlns:r="http://schemas.openxmlformats.org/officeDocument/2006/relationships" id="274" r:id="R828e978cf0d0414d"/>
    <p:sldId xmlns:r="http://schemas.openxmlformats.org/officeDocument/2006/relationships" id="275" r:id="R6a975a0083fb43d8"/>
    <p:sldId xmlns:r="http://schemas.openxmlformats.org/officeDocument/2006/relationships" id="276" r:id="Rfd46cd63387d4a51"/>
    <p:sldId xmlns:r="http://schemas.openxmlformats.org/officeDocument/2006/relationships" id="277" r:id="Rafa4223bdc9b4a3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4d461d7a83e4ed8" /><Relationship Type="http://schemas.openxmlformats.org/officeDocument/2006/relationships/theme" Target="/ppt/theme/theme1.xml" Id="Rf1a78e890d364af4" /><Relationship Type="http://schemas.openxmlformats.org/officeDocument/2006/relationships/notesMaster" Target="/ppt/notesMasters/notesMaster1.xml" Id="R91fea0ce7ed74caf" /><Relationship Type="http://schemas.openxmlformats.org/officeDocument/2006/relationships/presProps" Target="/ppt/presProps.xml" Id="R0f7d260dcb404e8e" /><Relationship Type="http://schemas.openxmlformats.org/officeDocument/2006/relationships/viewProps" Target="/ppt/viewProps.xml" Id="R87dd122ea77f45f9" /><Relationship Type="http://schemas.openxmlformats.org/officeDocument/2006/relationships/tableStyles" Target="/ppt/tableStyles.xml" Id="R0a6b64923278433a" /><Relationship Type="http://schemas.openxmlformats.org/officeDocument/2006/relationships/slide" Target="/ppt/slides/slide1.xml" Id="R8a8193ab343d4a30" /><Relationship Type="http://schemas.openxmlformats.org/officeDocument/2006/relationships/slide" Target="/ppt/slides/slide2.xml" Id="R1656417372214f24" /><Relationship Type="http://schemas.openxmlformats.org/officeDocument/2006/relationships/slide" Target="/ppt/slides/slide3.xml" Id="R01ef6ae5742f4fbd" /><Relationship Type="http://schemas.openxmlformats.org/officeDocument/2006/relationships/slide" Target="/ppt/slides/slide4.xml" Id="R0a4dde26ffe2402e" /><Relationship Type="http://schemas.openxmlformats.org/officeDocument/2006/relationships/slide" Target="/ppt/slides/slide5.xml" Id="R4f137657bded492c" /><Relationship Type="http://schemas.openxmlformats.org/officeDocument/2006/relationships/slide" Target="/ppt/slides/slide6.xml" Id="R9e30785441cc4865" /><Relationship Type="http://schemas.openxmlformats.org/officeDocument/2006/relationships/slide" Target="/ppt/slides/slide7.xml" Id="Rc3c51023e0774534" /><Relationship Type="http://schemas.openxmlformats.org/officeDocument/2006/relationships/slide" Target="/ppt/slides/slide8.xml" Id="Rf1262cbce1f54713" /><Relationship Type="http://schemas.openxmlformats.org/officeDocument/2006/relationships/slide" Target="/ppt/slides/slide9.xml" Id="R85f61a220f3f4371" /><Relationship Type="http://schemas.openxmlformats.org/officeDocument/2006/relationships/slide" Target="/ppt/slides/slide10.xml" Id="Rb6ab7452a9b44add" /><Relationship Type="http://schemas.openxmlformats.org/officeDocument/2006/relationships/slide" Target="/ppt/slides/slide11.xml" Id="R92b92c8644df4502" /><Relationship Type="http://schemas.openxmlformats.org/officeDocument/2006/relationships/slide" Target="/ppt/slides/slide12.xml" Id="R8e62b554d8964762" /><Relationship Type="http://schemas.openxmlformats.org/officeDocument/2006/relationships/slide" Target="/ppt/slides/slide13.xml" Id="Rd373a98c025343fc" /><Relationship Type="http://schemas.openxmlformats.org/officeDocument/2006/relationships/slide" Target="/ppt/slides/slide14.xml" Id="Rd024e3173a064026" /><Relationship Type="http://schemas.openxmlformats.org/officeDocument/2006/relationships/slide" Target="/ppt/slides/slide15.xml" Id="Rb3c15d4228f34000" /><Relationship Type="http://schemas.openxmlformats.org/officeDocument/2006/relationships/slide" Target="/ppt/slides/slide16.xml" Id="R21aaeb66e55747c5" /><Relationship Type="http://schemas.openxmlformats.org/officeDocument/2006/relationships/slide" Target="/ppt/slides/slide17.xml" Id="Rd2abd4bf2ac14b09" /><Relationship Type="http://schemas.openxmlformats.org/officeDocument/2006/relationships/slide" Target="/ppt/slides/slide18.xml" Id="R715bb8d1eb2147ea" /><Relationship Type="http://schemas.openxmlformats.org/officeDocument/2006/relationships/slide" Target="/ppt/slides/slide19.xml" Id="R828e978cf0d0414d" /><Relationship Type="http://schemas.openxmlformats.org/officeDocument/2006/relationships/slide" Target="/ppt/slides/slide20.xml" Id="R6a975a0083fb43d8" /><Relationship Type="http://schemas.openxmlformats.org/officeDocument/2006/relationships/slide" Target="/ppt/slides/slide21.xml" Id="Rfd46cd63387d4a51" /><Relationship Type="http://schemas.openxmlformats.org/officeDocument/2006/relationships/slide" Target="/ppt/slides/slide22.xml" Id="Rafa4223bdc9b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eb6ca65e974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c18e51831b425c" /><Relationship Type="http://schemas.openxmlformats.org/officeDocument/2006/relationships/notesMaster" Target="/ppt/notesMasters/notesMaster1.xml" Id="R2ff7e01ba5ef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1870dd9bc4297" /><Relationship Type="http://schemas.openxmlformats.org/officeDocument/2006/relationships/notesMaster" Target="/ppt/notesMasters/notesMaster1.xml" Id="R80fd888c965f4f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23e9f1b07942a1" /><Relationship Type="http://schemas.openxmlformats.org/officeDocument/2006/relationships/notesMaster" Target="/ppt/notesMasters/notesMaster1.xml" Id="R4de10b2f3dba4e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e6a04bb42e4769" /><Relationship Type="http://schemas.openxmlformats.org/officeDocument/2006/relationships/notesMaster" Target="/ppt/notesMasters/notesMaster1.xml" Id="R4751edce796740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888833857047ab" /><Relationship Type="http://schemas.openxmlformats.org/officeDocument/2006/relationships/notesMaster" Target="/ppt/notesMasters/notesMaster1.xml" Id="R2c35942efb204f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9ffe29835a400e" /><Relationship Type="http://schemas.openxmlformats.org/officeDocument/2006/relationships/notesMaster" Target="/ppt/notesMasters/notesMaster1.xml" Id="Rd780a2d2eebf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f76c9167c244c7" /><Relationship Type="http://schemas.openxmlformats.org/officeDocument/2006/relationships/notesMaster" Target="/ppt/notesMasters/notesMaster1.xml" Id="R991c7de2e2da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94079b07244d68" /><Relationship Type="http://schemas.openxmlformats.org/officeDocument/2006/relationships/notesMaster" Target="/ppt/notesMasters/notesMaster1.xml" Id="R40cc0e99e2c548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32a6bb71554e2b" /><Relationship Type="http://schemas.openxmlformats.org/officeDocument/2006/relationships/notesMaster" Target="/ppt/notesMasters/notesMaster1.xml" Id="R17ffbf15d0d143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526ca1642b4dce" /><Relationship Type="http://schemas.openxmlformats.org/officeDocument/2006/relationships/notesMaster" Target="/ppt/notesMasters/notesMaster1.xml" Id="R7a207aa988de43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94a3c8cacd44c9" /><Relationship Type="http://schemas.openxmlformats.org/officeDocument/2006/relationships/notesMaster" Target="/ppt/notesMasters/notesMaster1.xml" Id="Rb0b5458e63a641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637c844d8a4b65" /><Relationship Type="http://schemas.openxmlformats.org/officeDocument/2006/relationships/notesMaster" Target="/ppt/notesMasters/notesMaster1.xml" Id="Raca45935276646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5f083b242b445b" /><Relationship Type="http://schemas.openxmlformats.org/officeDocument/2006/relationships/notesMaster" Target="/ppt/notesMasters/notesMaster1.xml" Id="R34aedbae7dce44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eb57eea02d4737" /><Relationship Type="http://schemas.openxmlformats.org/officeDocument/2006/relationships/notesMaster" Target="/ppt/notesMasters/notesMaster1.xml" Id="Rb037eb45514640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d3b94f987f4934" /><Relationship Type="http://schemas.openxmlformats.org/officeDocument/2006/relationships/notesMaster" Target="/ppt/notesMasters/notesMaster1.xml" Id="R596c482368bf44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42149e41044713" /><Relationship Type="http://schemas.openxmlformats.org/officeDocument/2006/relationships/notesMaster" Target="/ppt/notesMasters/notesMaster1.xml" Id="R095dd1f2b7dc41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c4f4a64ae14946" /><Relationship Type="http://schemas.openxmlformats.org/officeDocument/2006/relationships/notesMaster" Target="/ppt/notesMasters/notesMaster1.xml" Id="Rc2df2a6fcd0f4a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2ad4a3cd194b7d" /><Relationship Type="http://schemas.openxmlformats.org/officeDocument/2006/relationships/notesMaster" Target="/ppt/notesMasters/notesMaster1.xml" Id="R7db4ae2a51c347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1fc8607177746cb" /><Relationship Type="http://schemas.openxmlformats.org/officeDocument/2006/relationships/notesMaster" Target="/ppt/notesMasters/notesMaster1.xml" Id="R1fc9bec85f6345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52553c7baa4fbd" /><Relationship Type="http://schemas.openxmlformats.org/officeDocument/2006/relationships/notesMaster" Target="/ppt/notesMasters/notesMaster1.xml" Id="R77fae406ed8344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7e6fb71b02469a" /><Relationship Type="http://schemas.openxmlformats.org/officeDocument/2006/relationships/notesMaster" Target="/ppt/notesMasters/notesMaster1.xml" Id="R976e912ab97c41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177bfd5e5b4e9c" /><Relationship Type="http://schemas.openxmlformats.org/officeDocument/2006/relationships/notesMaster" Target="/ppt/notesMasters/notesMaster1.xml" Id="R08e612b459b94e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6ff41b68db41f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19e660f2f1c4908" /><Relationship Type="http://schemas.openxmlformats.org/officeDocument/2006/relationships/slideLayout" Target="/ppt/slideLayouts/slideLayout2.xml" Id="R13d433937e6948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d433937e6948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e0288bbf4cc4439a" /><Relationship Type="http://schemas.openxmlformats.org/officeDocument/2006/relationships/notesSlide" Target="/ppt/notesSlides/notesSlide1.xml" Id="R1e25adc2d64a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343fff48cfc4f51" /><Relationship Type="http://schemas.openxmlformats.org/officeDocument/2006/relationships/notesSlide" Target="/ppt/notesSlides/notesSlide2.xml" Id="R2cdfda5920a24e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fa988a26d894c96" /><Relationship Type="http://schemas.openxmlformats.org/officeDocument/2006/relationships/notesSlide" Target="/ppt/notesSlides/notesSlide3.xml" Id="R0355c51bd0c041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fe8a09848214fea" /><Relationship Type="http://schemas.openxmlformats.org/officeDocument/2006/relationships/notesSlide" Target="/ppt/notesSlides/notesSlide4.xml" Id="Re89742cc1e9d4f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405cdfd8489417b" /><Relationship Type="http://schemas.openxmlformats.org/officeDocument/2006/relationships/notesSlide" Target="/ppt/notesSlides/notesSlide5.xml" Id="R4a20fb1a837648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509a5e714a34f1b" /><Relationship Type="http://schemas.openxmlformats.org/officeDocument/2006/relationships/image" Target="/ppt/media/image.png" Id="Rd279362720fc4317" /><Relationship Type="http://schemas.openxmlformats.org/officeDocument/2006/relationships/notesSlide" Target="/ppt/notesSlides/notesSlide6.xml" Id="Rf96ed4ef4c1943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90e73a06db746eb" /><Relationship Type="http://schemas.openxmlformats.org/officeDocument/2006/relationships/image" Target="/ppt/media/image2.png" Id="Rf1f13ed1d2694a25" /><Relationship Type="http://schemas.openxmlformats.org/officeDocument/2006/relationships/notesSlide" Target="/ppt/notesSlides/notesSlide7.xml" Id="Rcebc7582beb94c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207cdc201f749d5" /><Relationship Type="http://schemas.openxmlformats.org/officeDocument/2006/relationships/image" Target="/ppt/media/image3.png" Id="Rcc3b52eb40eb42fc" /><Relationship Type="http://schemas.openxmlformats.org/officeDocument/2006/relationships/notesSlide" Target="/ppt/notesSlides/notesSlide8.xml" Id="Rc0cd0ad6076849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fde1304a954434d" /><Relationship Type="http://schemas.openxmlformats.org/officeDocument/2006/relationships/image" Target="/ppt/media/image4.png" Id="Re0bc24fbf5ee4c41" /><Relationship Type="http://schemas.openxmlformats.org/officeDocument/2006/relationships/notesSlide" Target="/ppt/notesSlides/notesSlide9.xml" Id="Rf9ffe07d8b964d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844113e70124331" /><Relationship Type="http://schemas.openxmlformats.org/officeDocument/2006/relationships/image" Target="/ppt/media/image5.png" Id="Rf3393908a140467f" /><Relationship Type="http://schemas.openxmlformats.org/officeDocument/2006/relationships/notesSlide" Target="/ppt/notesSlides/notesSlide10.xml" Id="R18c49477db5d40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e7c61fe454348c9" /><Relationship Type="http://schemas.openxmlformats.org/officeDocument/2006/relationships/image" Target="/ppt/media/image6.png" Id="Rc0e806cc6d2640f3" /><Relationship Type="http://schemas.openxmlformats.org/officeDocument/2006/relationships/notesSlide" Target="/ppt/notesSlides/notesSlide11.xml" Id="Rdd88db6dc6114c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cc341f1b4614d03" /><Relationship Type="http://schemas.openxmlformats.org/officeDocument/2006/relationships/notesSlide" Target="/ppt/notesSlides/notesSlide12.xml" Id="Rfba6ff033e3242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27825f699f54b21" /><Relationship Type="http://schemas.openxmlformats.org/officeDocument/2006/relationships/notesSlide" Target="/ppt/notesSlides/notesSlide13.xml" Id="Rf5f48d53014f47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820bc0e0ce34c1f" /><Relationship Type="http://schemas.openxmlformats.org/officeDocument/2006/relationships/notesSlide" Target="/ppt/notesSlides/notesSlide14.xml" Id="R9a2791b881af48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86ba8c55dd8494e" /><Relationship Type="http://schemas.openxmlformats.org/officeDocument/2006/relationships/image" Target="/ppt/media/image7.png" Id="R40dba91d60f44995" /><Relationship Type="http://schemas.openxmlformats.org/officeDocument/2006/relationships/notesSlide" Target="/ppt/notesSlides/notesSlide15.xml" Id="Rb3f5487b86aa4e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7d56913469c4ad0" /><Relationship Type="http://schemas.openxmlformats.org/officeDocument/2006/relationships/image" Target="/ppt/media/image8.png" Id="R63c18b15eac9401c" /><Relationship Type="http://schemas.openxmlformats.org/officeDocument/2006/relationships/notesSlide" Target="/ppt/notesSlides/notesSlide16.xml" Id="R89a24c65c66144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3824dbce5904d4e" /><Relationship Type="http://schemas.openxmlformats.org/officeDocument/2006/relationships/image" Target="/ppt/media/image9.png" Id="Ra453d312013d48cf" /><Relationship Type="http://schemas.openxmlformats.org/officeDocument/2006/relationships/notesSlide" Target="/ppt/notesSlides/notesSlide17.xml" Id="R0563ec05396041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901a37b46274d53" /><Relationship Type="http://schemas.openxmlformats.org/officeDocument/2006/relationships/image" Target="/ppt/media/image10.png" Id="R6148633044414aea" /><Relationship Type="http://schemas.openxmlformats.org/officeDocument/2006/relationships/notesSlide" Target="/ppt/notesSlides/notesSlide18.xml" Id="R7c5f5733942140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50ad204491d4ea9" /><Relationship Type="http://schemas.openxmlformats.org/officeDocument/2006/relationships/image" Target="/ppt/media/image11.png" Id="R1fd6bc3eaaf24f94" /><Relationship Type="http://schemas.openxmlformats.org/officeDocument/2006/relationships/notesSlide" Target="/ppt/notesSlides/notesSlide19.xml" Id="Rc12e5779868346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e01f82a84d84e0f" /><Relationship Type="http://schemas.openxmlformats.org/officeDocument/2006/relationships/image" Target="/ppt/media/image12.png" Id="Rf33bfcf282ae456f" /><Relationship Type="http://schemas.openxmlformats.org/officeDocument/2006/relationships/notesSlide" Target="/ppt/notesSlides/notesSlide20.xml" Id="Rae57ce7ce6f143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5dce74a50b24cdc" /><Relationship Type="http://schemas.openxmlformats.org/officeDocument/2006/relationships/image" Target="/ppt/media/image13.png" Id="Rd99eab6cc8e34158" /><Relationship Type="http://schemas.openxmlformats.org/officeDocument/2006/relationships/notesSlide" Target="/ppt/notesSlides/notesSlide21.xml" Id="R0eb92085b2cf4b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a463572bcd1490f" /><Relationship Type="http://schemas.openxmlformats.org/officeDocument/2006/relationships/notesSlide" Target="/ppt/notesSlides/notesSlide22.xml" Id="Ra669d5ab77b04f2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0B74ED-887B-4522-BC11-9ACA3A8E45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02988D-DE29-4EC6-9781-D8D9B391807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8E8AC34-DF97-43F2-AEBD-1EA88E3CF6D0}"/>
              </a:ext>
            </a:extLst>
          </p:cNvPr>
          <p:cNvSpPr>
            <a:spLocks xmlns:a="http://schemas.openxmlformats.org/drawingml/2006/main" noGrp="1"/>
          </p:cNvSpPr>
          <p:nvPr/>
        </p:nvSpPr>
        <p:spPr>
          <a:xfrm xmlns:a="http://schemas.openxmlformats.org/drawingml/2006/main">
            <a:off x="590550" y="552450"/>
            <a:ext cx="1000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4" name="">
            <a:extLst xmlns:a="http://schemas.openxmlformats.org/drawingml/2006/main">
              <a:ext uri="{FF2B5EF4-FFF2-40B4-BE49-F238E27FC236}">
                <a16:creationId xmlns:a16="http://schemas.microsoft.com/office/drawing/2014/main" id="{A58FAA97-8B07-4E71-88D7-0BAD74BC5443}"/>
              </a:ext>
            </a:extLst>
          </p:cNvPr>
          <p:cNvSpPr>
            <a:spLocks xmlns:a="http://schemas.openxmlformats.org/drawingml/2006/main" noGrp="1"/>
          </p:cNvSpPr>
          <p:nvPr/>
        </p:nvSpPr>
        <p:spPr>
          <a:xfrm xmlns:a="http://schemas.openxmlformats.org/drawingml/2006/main">
            <a:off x="590550" y="914400"/>
            <a:ext cx="1000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5" name="">
            <a:extLst xmlns:a="http://schemas.openxmlformats.org/drawingml/2006/main">
              <a:ext uri="{FF2B5EF4-FFF2-40B4-BE49-F238E27FC236}">
                <a16:creationId xmlns:a16="http://schemas.microsoft.com/office/drawing/2014/main" id="{95B9F088-B50A-4C58-A442-E06F3E6EE70F}"/>
              </a:ext>
            </a:extLst>
          </p:cNvPr>
          <p:cNvSpPr>
            <a:spLocks xmlns:a="http://schemas.openxmlformats.org/drawingml/2006/main" noGrp="1"/>
          </p:cNvSpPr>
          <p:nvPr/>
        </p:nvSpPr>
        <p:spPr>
          <a:xfrm xmlns:a="http://schemas.openxmlformats.org/drawingml/2006/main">
            <a:off x="609600" y="18097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6" name="">
            <a:extLst xmlns:a="http://schemas.openxmlformats.org/drawingml/2006/main">
              <a:ext uri="{FF2B5EF4-FFF2-40B4-BE49-F238E27FC236}">
                <a16:creationId xmlns:a16="http://schemas.microsoft.com/office/drawing/2014/main" id="{4F824763-0E18-43BF-B91A-0D702579D023}"/>
              </a:ext>
            </a:extLst>
          </p:cNvPr>
          <p:cNvSpPr>
            <a:spLocks xmlns:a="http://schemas.openxmlformats.org/drawingml/2006/main" noGrp="1"/>
          </p:cNvSpPr>
          <p:nvPr/>
        </p:nvSpPr>
        <p:spPr>
          <a:xfrm xmlns:a="http://schemas.openxmlformats.org/drawingml/2006/main">
            <a:off x="609600" y="2724150"/>
            <a:ext cx="3238500" cy="1352550"/>
          </a:xfrm>
          <a:prstGeom xmlns:a="http://schemas.openxmlformats.org/drawingml/2006/main" prst="roundRect">
            <a:avLst>
              <a:gd name="adj" fmla="val 5634"/>
            </a:avLst>
          </a:prstGeom>
          <a:solidFill xmlns:a="http://schemas.openxmlformats.org/drawingml/2006/main">
            <a:srgbClr val="E8F1FA"/>
          </a:solidFill>
          <a:ln xmlns:a="http://schemas.openxmlformats.org/drawingml/2006/main" w="9525">
            <a:solidFill>
              <a:srgbClr val="B9D5F0"/>
            </a:solidFill>
            <a:prstDash val="solid"/>
          </a:ln>
        </p:spPr>
      </p:sp>
      <p:sp>
        <p:nvSpPr>
          <p:cNvPr id="7" name="">
            <a:extLst xmlns:a="http://schemas.openxmlformats.org/drawingml/2006/main">
              <a:ext uri="{FF2B5EF4-FFF2-40B4-BE49-F238E27FC236}">
                <a16:creationId xmlns:a16="http://schemas.microsoft.com/office/drawing/2014/main" id="{9A9580F1-F3FF-418B-8FF0-34666EED9DEB}"/>
              </a:ext>
            </a:extLst>
          </p:cNvPr>
          <p:cNvSpPr>
            <a:spLocks xmlns:a="http://schemas.openxmlformats.org/drawingml/2006/main" noGrp="1"/>
          </p:cNvSpPr>
          <p:nvPr/>
        </p:nvSpPr>
        <p:spPr>
          <a:xfrm xmlns:a="http://schemas.openxmlformats.org/drawingml/2006/main">
            <a:off x="7810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8" name="">
            <a:extLst xmlns:a="http://schemas.openxmlformats.org/drawingml/2006/main">
              <a:ext uri="{FF2B5EF4-FFF2-40B4-BE49-F238E27FC236}">
                <a16:creationId xmlns:a16="http://schemas.microsoft.com/office/drawing/2014/main" id="{9DCB5AA9-BA80-4F57-9DEB-1A3C107864B8}"/>
              </a:ext>
            </a:extLst>
          </p:cNvPr>
          <p:cNvSpPr>
            <a:spLocks xmlns:a="http://schemas.openxmlformats.org/drawingml/2006/main" noGrp="1"/>
          </p:cNvSpPr>
          <p:nvPr/>
        </p:nvSpPr>
        <p:spPr>
          <a:xfrm xmlns:a="http://schemas.openxmlformats.org/drawingml/2006/main">
            <a:off x="7810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9" name="">
            <a:extLst xmlns:a="http://schemas.openxmlformats.org/drawingml/2006/main">
              <a:ext uri="{FF2B5EF4-FFF2-40B4-BE49-F238E27FC236}">
                <a16:creationId xmlns:a16="http://schemas.microsoft.com/office/drawing/2014/main" id="{FEC8CA9B-071C-46A3-B5F5-58401A8649E3}"/>
              </a:ext>
            </a:extLst>
          </p:cNvPr>
          <p:cNvSpPr>
            <a:spLocks xmlns:a="http://schemas.openxmlformats.org/drawingml/2006/main" noGrp="1"/>
          </p:cNvSpPr>
          <p:nvPr/>
        </p:nvSpPr>
        <p:spPr>
          <a:xfrm xmlns:a="http://schemas.openxmlformats.org/drawingml/2006/main">
            <a:off x="7810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0" name="">
            <a:extLst xmlns:a="http://schemas.openxmlformats.org/drawingml/2006/main">
              <a:ext uri="{FF2B5EF4-FFF2-40B4-BE49-F238E27FC236}">
                <a16:creationId xmlns:a16="http://schemas.microsoft.com/office/drawing/2014/main" id="{AB51C8E3-05DA-4F8C-B7F3-2EB5FD571D9C}"/>
              </a:ext>
            </a:extLst>
          </p:cNvPr>
          <p:cNvSpPr>
            <a:spLocks xmlns:a="http://schemas.openxmlformats.org/drawingml/2006/main" noGrp="1"/>
          </p:cNvSpPr>
          <p:nvPr/>
        </p:nvSpPr>
        <p:spPr>
          <a:xfrm xmlns:a="http://schemas.openxmlformats.org/drawingml/2006/main">
            <a:off x="4400550" y="2724150"/>
            <a:ext cx="3238500" cy="1352550"/>
          </a:xfrm>
          <a:prstGeom xmlns:a="http://schemas.openxmlformats.org/drawingml/2006/main" prst="roundRect">
            <a:avLst>
              <a:gd name="adj" fmla="val 5634"/>
            </a:avLst>
          </a:prstGeom>
          <a:solidFill xmlns:a="http://schemas.openxmlformats.org/drawingml/2006/main">
            <a:srgbClr val="EAF7EF"/>
          </a:solidFill>
          <a:ln xmlns:a="http://schemas.openxmlformats.org/drawingml/2006/main" w="9525">
            <a:solidFill>
              <a:srgbClr val="BCE4C9"/>
            </a:solidFill>
            <a:prstDash val="solid"/>
          </a:ln>
        </p:spPr>
      </p:sp>
      <p:sp>
        <p:nvSpPr>
          <p:cNvPr id="11" name="">
            <a:extLst xmlns:a="http://schemas.openxmlformats.org/drawingml/2006/main">
              <a:ext uri="{FF2B5EF4-FFF2-40B4-BE49-F238E27FC236}">
                <a16:creationId xmlns:a16="http://schemas.microsoft.com/office/drawing/2014/main" id="{76C50046-0DB6-49C9-9589-85FA565C944E}"/>
              </a:ext>
            </a:extLst>
          </p:cNvPr>
          <p:cNvSpPr>
            <a:spLocks xmlns:a="http://schemas.openxmlformats.org/drawingml/2006/main" noGrp="1"/>
          </p:cNvSpPr>
          <p:nvPr/>
        </p:nvSpPr>
        <p:spPr>
          <a:xfrm xmlns:a="http://schemas.openxmlformats.org/drawingml/2006/main">
            <a:off x="457200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2" name="">
            <a:extLst xmlns:a="http://schemas.openxmlformats.org/drawingml/2006/main">
              <a:ext uri="{FF2B5EF4-FFF2-40B4-BE49-F238E27FC236}">
                <a16:creationId xmlns:a16="http://schemas.microsoft.com/office/drawing/2014/main" id="{D92190DC-3087-4A9F-9311-DD902481881F}"/>
              </a:ext>
            </a:extLst>
          </p:cNvPr>
          <p:cNvSpPr>
            <a:spLocks xmlns:a="http://schemas.openxmlformats.org/drawingml/2006/main" noGrp="1"/>
          </p:cNvSpPr>
          <p:nvPr/>
        </p:nvSpPr>
        <p:spPr>
          <a:xfrm xmlns:a="http://schemas.openxmlformats.org/drawingml/2006/main">
            <a:off x="457200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3" name="">
            <a:extLst xmlns:a="http://schemas.openxmlformats.org/drawingml/2006/main">
              <a:ext uri="{FF2B5EF4-FFF2-40B4-BE49-F238E27FC236}">
                <a16:creationId xmlns:a16="http://schemas.microsoft.com/office/drawing/2014/main" id="{154D4424-75E0-4B0D-9E53-B791E4090BF6}"/>
              </a:ext>
            </a:extLst>
          </p:cNvPr>
          <p:cNvSpPr>
            <a:spLocks xmlns:a="http://schemas.openxmlformats.org/drawingml/2006/main" noGrp="1"/>
          </p:cNvSpPr>
          <p:nvPr/>
        </p:nvSpPr>
        <p:spPr>
          <a:xfrm xmlns:a="http://schemas.openxmlformats.org/drawingml/2006/main">
            <a:off x="457200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4" name="">
            <a:extLst xmlns:a="http://schemas.openxmlformats.org/drawingml/2006/main">
              <a:ext uri="{FF2B5EF4-FFF2-40B4-BE49-F238E27FC236}">
                <a16:creationId xmlns:a16="http://schemas.microsoft.com/office/drawing/2014/main" id="{B936C2D4-D810-4658-B45F-E4F56615DD61}"/>
              </a:ext>
            </a:extLst>
          </p:cNvPr>
          <p:cNvSpPr>
            <a:spLocks xmlns:a="http://schemas.openxmlformats.org/drawingml/2006/main" noGrp="1"/>
          </p:cNvSpPr>
          <p:nvPr/>
        </p:nvSpPr>
        <p:spPr>
          <a:xfrm xmlns:a="http://schemas.openxmlformats.org/drawingml/2006/main">
            <a:off x="8191500" y="2724150"/>
            <a:ext cx="3238500" cy="1352550"/>
          </a:xfrm>
          <a:prstGeom xmlns:a="http://schemas.openxmlformats.org/drawingml/2006/main" prst="roundRect">
            <a:avLst>
              <a:gd name="adj" fmla="val 5634"/>
            </a:avLst>
          </a:prstGeom>
          <a:solidFill xmlns:a="http://schemas.openxmlformats.org/drawingml/2006/main">
            <a:srgbClr val="FFF4E6"/>
          </a:solidFill>
          <a:ln xmlns:a="http://schemas.openxmlformats.org/drawingml/2006/main" w="9525">
            <a:solidFill>
              <a:srgbClr val="F4C98A"/>
            </a:solidFill>
            <a:prstDash val="solid"/>
          </a:ln>
        </p:spPr>
      </p:sp>
      <p:sp>
        <p:nvSpPr>
          <p:cNvPr id="15" name="">
            <a:extLst xmlns:a="http://schemas.openxmlformats.org/drawingml/2006/main">
              <a:ext uri="{FF2B5EF4-FFF2-40B4-BE49-F238E27FC236}">
                <a16:creationId xmlns:a16="http://schemas.microsoft.com/office/drawing/2014/main" id="{1666BE95-E5EB-458F-80F6-FF650E20D45C}"/>
              </a:ext>
            </a:extLst>
          </p:cNvPr>
          <p:cNvSpPr>
            <a:spLocks xmlns:a="http://schemas.openxmlformats.org/drawingml/2006/main" noGrp="1"/>
          </p:cNvSpPr>
          <p:nvPr/>
        </p:nvSpPr>
        <p:spPr>
          <a:xfrm xmlns:a="http://schemas.openxmlformats.org/drawingml/2006/main">
            <a:off x="83629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6" name="">
            <a:extLst xmlns:a="http://schemas.openxmlformats.org/drawingml/2006/main">
              <a:ext uri="{FF2B5EF4-FFF2-40B4-BE49-F238E27FC236}">
                <a16:creationId xmlns:a16="http://schemas.microsoft.com/office/drawing/2014/main" id="{D84B2721-292C-4209-BDC2-A193FF270548}"/>
              </a:ext>
            </a:extLst>
          </p:cNvPr>
          <p:cNvSpPr>
            <a:spLocks xmlns:a="http://schemas.openxmlformats.org/drawingml/2006/main" noGrp="1"/>
          </p:cNvSpPr>
          <p:nvPr/>
        </p:nvSpPr>
        <p:spPr>
          <a:xfrm xmlns:a="http://schemas.openxmlformats.org/drawingml/2006/main">
            <a:off x="83629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How should clinical status be overlaid?</a:t>
            </a:r>
          </a:p>
        </p:txBody>
      </p:sp>
      <p:sp>
        <p:nvSpPr>
          <p:cNvPr id="17" name="">
            <a:extLst xmlns:a="http://schemas.openxmlformats.org/drawingml/2006/main">
              <a:ext uri="{FF2B5EF4-FFF2-40B4-BE49-F238E27FC236}">
                <a16:creationId xmlns:a16="http://schemas.microsoft.com/office/drawing/2014/main" id="{FBFEA1BF-77A4-485A-B426-A53B83B6126A}"/>
              </a:ext>
            </a:extLst>
          </p:cNvPr>
          <p:cNvSpPr>
            <a:spLocks xmlns:a="http://schemas.openxmlformats.org/drawingml/2006/main" noGrp="1"/>
          </p:cNvSpPr>
          <p:nvPr/>
        </p:nvSpPr>
        <p:spPr>
          <a:xfrm xmlns:a="http://schemas.openxmlformats.org/drawingml/2006/main">
            <a:off x="83629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8" name="">
            <a:extLst xmlns:a="http://schemas.openxmlformats.org/drawingml/2006/main">
              <a:ext uri="{FF2B5EF4-FFF2-40B4-BE49-F238E27FC236}">
                <a16:creationId xmlns:a16="http://schemas.microsoft.com/office/drawing/2014/main" id="{3AB34006-5862-4AD7-BF0B-9D73DA435D3D}"/>
              </a:ext>
            </a:extLst>
          </p:cNvPr>
          <p:cNvSpPr>
            <a:spLocks xmlns:a="http://schemas.openxmlformats.org/drawingml/2006/main" noGrp="1"/>
          </p:cNvSpPr>
          <p:nvPr/>
        </p:nvSpPr>
        <p:spPr>
          <a:xfrm xmlns:a="http://schemas.openxmlformats.org/drawingml/2006/main">
            <a:off x="1809750" y="4762500"/>
            <a:ext cx="1762125"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9" name="">
            <a:extLst xmlns:a="http://schemas.openxmlformats.org/drawingml/2006/main">
              <a:ext uri="{FF2B5EF4-FFF2-40B4-BE49-F238E27FC236}">
                <a16:creationId xmlns:a16="http://schemas.microsoft.com/office/drawing/2014/main" id="{F68DBCA3-713F-45DF-820B-2B1683D7649D}"/>
              </a:ext>
            </a:extLst>
          </p:cNvPr>
          <p:cNvSpPr>
            <a:spLocks xmlns:a="http://schemas.openxmlformats.org/drawingml/2006/main" noGrp="1"/>
          </p:cNvSpPr>
          <p:nvPr/>
        </p:nvSpPr>
        <p:spPr>
          <a:xfrm xmlns:a="http://schemas.openxmlformats.org/drawingml/2006/main">
            <a:off x="196215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0" name="">
            <a:extLst xmlns:a="http://schemas.openxmlformats.org/drawingml/2006/main">
              <a:ext uri="{FF2B5EF4-FFF2-40B4-BE49-F238E27FC236}">
                <a16:creationId xmlns:a16="http://schemas.microsoft.com/office/drawing/2014/main" id="{A0704968-D93F-4327-BC21-7EA2087A90AB}"/>
              </a:ext>
            </a:extLst>
          </p:cNvPr>
          <p:cNvSpPr>
            <a:spLocks xmlns:a="http://schemas.openxmlformats.org/drawingml/2006/main" noGrp="1"/>
          </p:cNvSpPr>
          <p:nvPr/>
        </p:nvSpPr>
        <p:spPr>
          <a:xfrm xmlns:a="http://schemas.openxmlformats.org/drawingml/2006/main">
            <a:off x="196215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1" name="">
            <a:extLst xmlns:a="http://schemas.openxmlformats.org/drawingml/2006/main">
              <a:ext uri="{FF2B5EF4-FFF2-40B4-BE49-F238E27FC236}">
                <a16:creationId xmlns:a16="http://schemas.microsoft.com/office/drawing/2014/main" id="{AB5D0124-5416-4626-BECF-8C9DD1094D33}"/>
              </a:ext>
            </a:extLst>
          </p:cNvPr>
          <p:cNvSpPr>
            <a:spLocks xmlns:a="http://schemas.openxmlformats.org/drawingml/2006/main" noGrp="1"/>
          </p:cNvSpPr>
          <p:nvPr/>
        </p:nvSpPr>
        <p:spPr>
          <a:xfrm xmlns:a="http://schemas.openxmlformats.org/drawingml/2006/main">
            <a:off x="3952875" y="4762500"/>
            <a:ext cx="1762125"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72E20BFA-39F6-4BBE-AFFC-0424DC692519}"/>
              </a:ext>
            </a:extLst>
          </p:cNvPr>
          <p:cNvSpPr>
            <a:spLocks xmlns:a="http://schemas.openxmlformats.org/drawingml/2006/main" noGrp="1"/>
          </p:cNvSpPr>
          <p:nvPr/>
        </p:nvSpPr>
        <p:spPr>
          <a:xfrm xmlns:a="http://schemas.openxmlformats.org/drawingml/2006/main">
            <a:off x="410527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3" name="">
            <a:extLst xmlns:a="http://schemas.openxmlformats.org/drawingml/2006/main">
              <a:ext uri="{FF2B5EF4-FFF2-40B4-BE49-F238E27FC236}">
                <a16:creationId xmlns:a16="http://schemas.microsoft.com/office/drawing/2014/main" id="{6DD2F08A-7FC2-419C-885A-7AF6B6EB3472}"/>
              </a:ext>
            </a:extLst>
          </p:cNvPr>
          <p:cNvSpPr>
            <a:spLocks xmlns:a="http://schemas.openxmlformats.org/drawingml/2006/main" noGrp="1"/>
          </p:cNvSpPr>
          <p:nvPr/>
        </p:nvSpPr>
        <p:spPr>
          <a:xfrm xmlns:a="http://schemas.openxmlformats.org/drawingml/2006/main">
            <a:off x="410527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4" name="">
            <a:extLst xmlns:a="http://schemas.openxmlformats.org/drawingml/2006/main">
              <a:ext uri="{FF2B5EF4-FFF2-40B4-BE49-F238E27FC236}">
                <a16:creationId xmlns:a16="http://schemas.microsoft.com/office/drawing/2014/main" id="{A74A060D-2608-4E95-BF88-1550AE39A4D3}"/>
              </a:ext>
            </a:extLst>
          </p:cNvPr>
          <p:cNvSpPr>
            <a:spLocks xmlns:a="http://schemas.openxmlformats.org/drawingml/2006/main" noGrp="1"/>
          </p:cNvSpPr>
          <p:nvPr/>
        </p:nvSpPr>
        <p:spPr>
          <a:xfrm xmlns:a="http://schemas.openxmlformats.org/drawingml/2006/main">
            <a:off x="6096000" y="4762500"/>
            <a:ext cx="1762125"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5" name="">
            <a:extLst xmlns:a="http://schemas.openxmlformats.org/drawingml/2006/main">
              <a:ext uri="{FF2B5EF4-FFF2-40B4-BE49-F238E27FC236}">
                <a16:creationId xmlns:a16="http://schemas.microsoft.com/office/drawing/2014/main" id="{0CC76CEA-0141-4BA2-B8F3-FB21DDB3E1CD}"/>
              </a:ext>
            </a:extLst>
          </p:cNvPr>
          <p:cNvSpPr>
            <a:spLocks xmlns:a="http://schemas.openxmlformats.org/drawingml/2006/main" noGrp="1"/>
          </p:cNvSpPr>
          <p:nvPr/>
        </p:nvSpPr>
        <p:spPr>
          <a:xfrm xmlns:a="http://schemas.openxmlformats.org/drawingml/2006/main">
            <a:off x="624840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6" name="">
            <a:extLst xmlns:a="http://schemas.openxmlformats.org/drawingml/2006/main">
              <a:ext uri="{FF2B5EF4-FFF2-40B4-BE49-F238E27FC236}">
                <a16:creationId xmlns:a16="http://schemas.microsoft.com/office/drawing/2014/main" id="{00A6BE6C-DCAB-42CE-BEA1-ED639D96CA34}"/>
              </a:ext>
            </a:extLst>
          </p:cNvPr>
          <p:cNvSpPr>
            <a:spLocks xmlns:a="http://schemas.openxmlformats.org/drawingml/2006/main" noGrp="1"/>
          </p:cNvSpPr>
          <p:nvPr/>
        </p:nvSpPr>
        <p:spPr>
          <a:xfrm xmlns:a="http://schemas.openxmlformats.org/drawingml/2006/main">
            <a:off x="624840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7" name="">
            <a:extLst xmlns:a="http://schemas.openxmlformats.org/drawingml/2006/main">
              <a:ext uri="{FF2B5EF4-FFF2-40B4-BE49-F238E27FC236}">
                <a16:creationId xmlns:a16="http://schemas.microsoft.com/office/drawing/2014/main" id="{62BC027F-9948-4103-96FD-9ED57C91C287}"/>
              </a:ext>
            </a:extLst>
          </p:cNvPr>
          <p:cNvSpPr>
            <a:spLocks xmlns:a="http://schemas.openxmlformats.org/drawingml/2006/main" noGrp="1"/>
          </p:cNvSpPr>
          <p:nvPr/>
        </p:nvSpPr>
        <p:spPr>
          <a:xfrm xmlns:a="http://schemas.openxmlformats.org/drawingml/2006/main">
            <a:off x="8239125" y="4762500"/>
            <a:ext cx="1762125"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8" name="">
            <a:extLst xmlns:a="http://schemas.openxmlformats.org/drawingml/2006/main">
              <a:ext uri="{FF2B5EF4-FFF2-40B4-BE49-F238E27FC236}">
                <a16:creationId xmlns:a16="http://schemas.microsoft.com/office/drawing/2014/main" id="{ACB26F33-999F-4F8D-8395-B85E246B5F7B}"/>
              </a:ext>
            </a:extLst>
          </p:cNvPr>
          <p:cNvSpPr>
            <a:spLocks xmlns:a="http://schemas.openxmlformats.org/drawingml/2006/main" noGrp="1"/>
          </p:cNvSpPr>
          <p:nvPr/>
        </p:nvSpPr>
        <p:spPr>
          <a:xfrm xmlns:a="http://schemas.openxmlformats.org/drawingml/2006/main">
            <a:off x="839152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29" name="">
            <a:extLst xmlns:a="http://schemas.openxmlformats.org/drawingml/2006/main">
              <a:ext uri="{FF2B5EF4-FFF2-40B4-BE49-F238E27FC236}">
                <a16:creationId xmlns:a16="http://schemas.microsoft.com/office/drawing/2014/main" id="{A44345EE-58E4-4CAD-8B51-70E33462F2D9}"/>
              </a:ext>
            </a:extLst>
          </p:cNvPr>
          <p:cNvSpPr>
            <a:spLocks xmlns:a="http://schemas.openxmlformats.org/drawingml/2006/main" noGrp="1"/>
          </p:cNvSpPr>
          <p:nvPr/>
        </p:nvSpPr>
        <p:spPr>
          <a:xfrm xmlns:a="http://schemas.openxmlformats.org/drawingml/2006/main">
            <a:off x="839152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0" name="">
            <a:extLst xmlns:a="http://schemas.openxmlformats.org/drawingml/2006/main">
              <a:ext uri="{FF2B5EF4-FFF2-40B4-BE49-F238E27FC236}">
                <a16:creationId xmlns:a16="http://schemas.microsoft.com/office/drawing/2014/main" id="{B5330D38-47B0-4C3A-915D-062F8DC856D9}"/>
              </a:ext>
            </a:extLst>
          </p:cNvPr>
          <p:cNvSpPr>
            <a:spLocks xmlns:a="http://schemas.openxmlformats.org/drawingml/2006/main" noGrp="1"/>
          </p:cNvSpPr>
          <p:nvPr/>
        </p:nvSpPr>
        <p:spPr>
          <a:xfrm xmlns:a="http://schemas.openxmlformats.org/drawingml/2006/main">
            <a:off x="590550" y="64960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xmlns:p14="http://schemas.microsoft.com/office/powerpoint/2010/main" val="12452576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38F02-0A3D-4CE3-B387-C7B7C20D78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19F211D-8E60-45D1-A331-4E7B0AD9BC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FD16544-EFC8-4BE5-841B-369A3737639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4" name="">
            <a:extLst xmlns:a="http://schemas.openxmlformats.org/drawingml/2006/main">
              <a:ext uri="{FF2B5EF4-FFF2-40B4-BE49-F238E27FC236}">
                <a16:creationId xmlns:a16="http://schemas.microsoft.com/office/drawing/2014/main" id="{1594E3BD-C416-480D-8699-99331D5C6D9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5" name="">
            <a:extLst xmlns:a="http://schemas.openxmlformats.org/drawingml/2006/main">
              <a:ext uri="{FF2B5EF4-FFF2-40B4-BE49-F238E27FC236}">
                <a16:creationId xmlns:a16="http://schemas.microsoft.com/office/drawing/2014/main" id="{91AD26B9-A26D-4280-A2B9-4EE46BBED8A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6" name="">
            <a:extLst xmlns:a="http://schemas.openxmlformats.org/drawingml/2006/main">
              <a:ext uri="{FF2B5EF4-FFF2-40B4-BE49-F238E27FC236}">
                <a16:creationId xmlns:a16="http://schemas.microsoft.com/office/drawing/2014/main" id="{04EF23B4-F508-48CC-9301-3D44689B601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D17B830-0245-4C6A-AA5F-51B883BB6F9C}"/>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CCD1A4A-EE67-48E7-9B27-286F372321B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5884112-FA5C-423A-A357-281A16CA4B0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522D3109-4057-4A36-BBC2-BF5C7E240FB5}"/>
              </a:ext>
            </a:extLst>
          </p:cNvPr>
          <p:cNvSpPr>
            <a:spLocks xmlns:a="http://schemas.openxmlformats.org/drawingml/2006/main" noGrp="1"/>
          </p:cNvSpPr>
          <p:nvPr/>
        </p:nvSpPr>
        <p:spPr>
          <a:xfrm xmlns:a="http://schemas.openxmlformats.org/drawingml/2006/main">
            <a:off x="742950" y="1752600"/>
            <a:ext cx="2781300" cy="2952750"/>
          </a:xfrm>
          <a:prstGeom xmlns:a="http://schemas.openxmlformats.org/drawingml/2006/main" prst="roundRect">
            <a:avLst>
              <a:gd name="adj" fmla="val 2740"/>
            </a:avLst>
          </a:prstGeom>
          <a:solidFill xmlns:a="http://schemas.openxmlformats.org/drawingml/2006/main">
            <a:srgbClr val="E8F1FA"/>
          </a:solidFill>
          <a:ln xmlns:a="http://schemas.openxmlformats.org/drawingml/2006/main" w="9525">
            <a:solidFill>
              <a:srgbClr val="BDD7EE"/>
            </a:solidFill>
            <a:prstDash val="solid"/>
          </a:ln>
        </p:spPr>
      </p:sp>
      <p:sp>
        <p:nvSpPr>
          <p:cNvPr id="11" name="">
            <a:extLst xmlns:a="http://schemas.openxmlformats.org/drawingml/2006/main">
              <a:ext uri="{FF2B5EF4-FFF2-40B4-BE49-F238E27FC236}">
                <a16:creationId xmlns:a16="http://schemas.microsoft.com/office/drawing/2014/main" id="{60DC27C2-B4BB-4659-A483-7260ACBEA5F2}"/>
              </a:ext>
            </a:extLst>
          </p:cNvPr>
          <p:cNvSpPr>
            <a:spLocks xmlns:a="http://schemas.openxmlformats.org/drawingml/2006/main" noGrp="1"/>
          </p:cNvSpPr>
          <p:nvPr/>
        </p:nvSpPr>
        <p:spPr>
          <a:xfrm xmlns:a="http://schemas.openxmlformats.org/drawingml/2006/main">
            <a:off x="914400" y="192405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Same resident, repeated isolates</a:t>
            </a:r>
          </a:p>
        </p:txBody>
      </p:sp>
      <p:sp>
        <p:nvSpPr>
          <p:cNvPr id="12" name="">
            <a:extLst xmlns:a="http://schemas.openxmlformats.org/drawingml/2006/main">
              <a:ext uri="{FF2B5EF4-FFF2-40B4-BE49-F238E27FC236}">
                <a16:creationId xmlns:a16="http://schemas.microsoft.com/office/drawing/2014/main" id="{DD971708-96B4-4115-80CF-D2346C7A45BC}"/>
              </a:ext>
            </a:extLst>
          </p:cNvPr>
          <p:cNvSpPr>
            <a:spLocks xmlns:a="http://schemas.openxmlformats.org/drawingml/2006/main" noGrp="1"/>
          </p:cNvSpPr>
          <p:nvPr/>
        </p:nvSpPr>
        <p:spPr>
          <a:xfrm xmlns:a="http://schemas.openxmlformats.org/drawingml/2006/main">
            <a:off x="914400" y="2209800"/>
            <a:ext cx="243840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3" name="">
            <a:extLst xmlns:a="http://schemas.openxmlformats.org/drawingml/2006/main">
              <a:ext uri="{FF2B5EF4-FFF2-40B4-BE49-F238E27FC236}">
                <a16:creationId xmlns:a16="http://schemas.microsoft.com/office/drawing/2014/main" id="{ABF92855-66D4-4FDF-9110-63835A7BFB37}"/>
              </a:ext>
            </a:extLst>
          </p:cNvPr>
          <p:cNvSpPr>
            <a:spLocks xmlns:a="http://schemas.openxmlformats.org/drawingml/2006/main" noGrp="1"/>
          </p:cNvSpPr>
          <p:nvPr/>
        </p:nvSpPr>
        <p:spPr>
          <a:xfrm xmlns:a="http://schemas.openxmlformats.org/drawingml/2006/main">
            <a:off x="4095750" y="177165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4" name="">
            <a:extLst xmlns:a="http://schemas.openxmlformats.org/drawingml/2006/main">
              <a:ext uri="{FF2B5EF4-FFF2-40B4-BE49-F238E27FC236}">
                <a16:creationId xmlns:a16="http://schemas.microsoft.com/office/drawing/2014/main" id="{FFE37223-31F3-4089-AD2C-41DD12D6CB5F}"/>
              </a:ext>
            </a:extLst>
          </p:cNvPr>
          <p:cNvSpPr>
            <a:spLocks xmlns:a="http://schemas.openxmlformats.org/drawingml/2006/main" noGrp="1"/>
          </p:cNvSpPr>
          <p:nvPr/>
        </p:nvSpPr>
        <p:spPr>
          <a:xfrm xmlns:a="http://schemas.openxmlformats.org/drawingml/2006/main">
            <a:off x="4095750" y="2095500"/>
            <a:ext cx="2762250" cy="514350"/>
          </a:xfrm>
          <a:prstGeom xmlns:a="http://schemas.openxmlformats.org/drawingml/2006/main" prst="roundRect">
            <a:avLst>
              <a:gd name="adj" fmla="val 14815"/>
            </a:avLst>
          </a:prstGeom>
          <a:solidFill xmlns:a="http://schemas.openxmlformats.org/drawingml/2006/main">
            <a:srgbClr val="EAF7EF"/>
          </a:solidFill>
          <a:ln xmlns:a="http://schemas.openxmlformats.org/drawingml/2006/main" w="0">
            <a:solidFill>
              <a:srgbClr val="EAF7EF"/>
            </a:solidFill>
            <a:prstDash val="solid"/>
          </a:ln>
        </p:spPr>
      </p:sp>
      <p:sp>
        <p:nvSpPr>
          <p:cNvPr id="15" name="">
            <a:extLst xmlns:a="http://schemas.openxmlformats.org/drawingml/2006/main">
              <a:ext uri="{FF2B5EF4-FFF2-40B4-BE49-F238E27FC236}">
                <a16:creationId xmlns:a16="http://schemas.microsoft.com/office/drawing/2014/main" id="{A32147E3-89A2-4DB7-8FF0-87158435ABBB}"/>
              </a:ext>
            </a:extLst>
          </p:cNvPr>
          <p:cNvSpPr>
            <a:spLocks xmlns:a="http://schemas.openxmlformats.org/drawingml/2006/main" noGrp="1"/>
          </p:cNvSpPr>
          <p:nvPr/>
        </p:nvSpPr>
        <p:spPr>
          <a:xfrm xmlns:a="http://schemas.openxmlformats.org/drawingml/2006/main">
            <a:off x="4267200" y="2190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6" name="">
            <a:extLst xmlns:a="http://schemas.openxmlformats.org/drawingml/2006/main">
              <a:ext uri="{FF2B5EF4-FFF2-40B4-BE49-F238E27FC236}">
                <a16:creationId xmlns:a16="http://schemas.microsoft.com/office/drawing/2014/main" id="{121D281E-9035-46A8-9464-9EE41202CA50}"/>
              </a:ext>
            </a:extLst>
          </p:cNvPr>
          <p:cNvSpPr>
            <a:spLocks xmlns:a="http://schemas.openxmlformats.org/drawingml/2006/main" noGrp="1"/>
          </p:cNvSpPr>
          <p:nvPr/>
        </p:nvSpPr>
        <p:spPr>
          <a:xfrm xmlns:a="http://schemas.openxmlformats.org/drawingml/2006/main">
            <a:off x="4267200" y="23907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7" name="">
            <a:extLst xmlns:a="http://schemas.openxmlformats.org/drawingml/2006/main">
              <a:ext uri="{FF2B5EF4-FFF2-40B4-BE49-F238E27FC236}">
                <a16:creationId xmlns:a16="http://schemas.microsoft.com/office/drawing/2014/main" id="{B0E7468F-859E-4098-ADC7-2DD65D9BC982}"/>
              </a:ext>
            </a:extLst>
          </p:cNvPr>
          <p:cNvSpPr>
            <a:spLocks xmlns:a="http://schemas.openxmlformats.org/drawingml/2006/main" noGrp="1"/>
          </p:cNvSpPr>
          <p:nvPr/>
        </p:nvSpPr>
        <p:spPr>
          <a:xfrm xmlns:a="http://schemas.openxmlformats.org/drawingml/2006/main">
            <a:off x="4095750" y="2914650"/>
            <a:ext cx="2762250" cy="514350"/>
          </a:xfrm>
          <a:prstGeom xmlns:a="http://schemas.openxmlformats.org/drawingml/2006/main" prst="roundRect">
            <a:avLst>
              <a:gd name="adj" fmla="val 14815"/>
            </a:avLst>
          </a:prstGeom>
          <a:solidFill xmlns:a="http://schemas.openxmlformats.org/drawingml/2006/main">
            <a:srgbClr val="FBEDE8"/>
          </a:solidFill>
          <a:ln xmlns:a="http://schemas.openxmlformats.org/drawingml/2006/main" w="0">
            <a:solidFill>
              <a:srgbClr val="FBEDE8"/>
            </a:solidFill>
            <a:prstDash val="solid"/>
          </a:ln>
        </p:spPr>
      </p:sp>
      <p:sp>
        <p:nvSpPr>
          <p:cNvPr id="18" name="">
            <a:extLst xmlns:a="http://schemas.openxmlformats.org/drawingml/2006/main">
              <a:ext uri="{FF2B5EF4-FFF2-40B4-BE49-F238E27FC236}">
                <a16:creationId xmlns:a16="http://schemas.microsoft.com/office/drawing/2014/main" id="{D98A5042-E7FF-480E-ADFC-6659D358A6B9}"/>
              </a:ext>
            </a:extLst>
          </p:cNvPr>
          <p:cNvSpPr>
            <a:spLocks xmlns:a="http://schemas.openxmlformats.org/drawingml/2006/main" noGrp="1"/>
          </p:cNvSpPr>
          <p:nvPr/>
        </p:nvSpPr>
        <p:spPr>
          <a:xfrm xmlns:a="http://schemas.openxmlformats.org/drawingml/2006/main">
            <a:off x="4267200" y="30099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19" name="">
            <a:extLst xmlns:a="http://schemas.openxmlformats.org/drawingml/2006/main">
              <a:ext uri="{FF2B5EF4-FFF2-40B4-BE49-F238E27FC236}">
                <a16:creationId xmlns:a16="http://schemas.microsoft.com/office/drawing/2014/main" id="{694E90FD-CA37-40A6-8B6F-822F02109051}"/>
              </a:ext>
            </a:extLst>
          </p:cNvPr>
          <p:cNvSpPr>
            <a:spLocks xmlns:a="http://schemas.openxmlformats.org/drawingml/2006/main" noGrp="1"/>
          </p:cNvSpPr>
          <p:nvPr/>
        </p:nvSpPr>
        <p:spPr>
          <a:xfrm xmlns:a="http://schemas.openxmlformats.org/drawingml/2006/main">
            <a:off x="4267200" y="320992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0" name="">
            <a:extLst xmlns:a="http://schemas.openxmlformats.org/drawingml/2006/main">
              <a:ext uri="{FF2B5EF4-FFF2-40B4-BE49-F238E27FC236}">
                <a16:creationId xmlns:a16="http://schemas.microsoft.com/office/drawing/2014/main" id="{B0618D59-8F2B-4501-AA23-05A22115CFAC}"/>
              </a:ext>
            </a:extLst>
          </p:cNvPr>
          <p:cNvSpPr>
            <a:spLocks xmlns:a="http://schemas.openxmlformats.org/drawingml/2006/main" noGrp="1"/>
          </p:cNvSpPr>
          <p:nvPr/>
        </p:nvSpPr>
        <p:spPr>
          <a:xfrm xmlns:a="http://schemas.openxmlformats.org/drawingml/2006/main">
            <a:off x="4095750" y="3733800"/>
            <a:ext cx="27622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0">
            <a:solidFill>
              <a:srgbClr val="EEF3F8"/>
            </a:solidFill>
            <a:prstDash val="solid"/>
          </a:ln>
        </p:spPr>
      </p:sp>
      <p:sp>
        <p:nvSpPr>
          <p:cNvPr id="21" name="">
            <a:extLst xmlns:a="http://schemas.openxmlformats.org/drawingml/2006/main">
              <a:ext uri="{FF2B5EF4-FFF2-40B4-BE49-F238E27FC236}">
                <a16:creationId xmlns:a16="http://schemas.microsoft.com/office/drawing/2014/main" id="{9FD5957B-F512-409F-873E-46CB8AD9F213}"/>
              </a:ext>
            </a:extLst>
          </p:cNvPr>
          <p:cNvSpPr>
            <a:spLocks xmlns:a="http://schemas.openxmlformats.org/drawingml/2006/main" noGrp="1"/>
          </p:cNvSpPr>
          <p:nvPr/>
        </p:nvSpPr>
        <p:spPr>
          <a:xfrm xmlns:a="http://schemas.openxmlformats.org/drawingml/2006/main">
            <a:off x="426720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2" name="">
            <a:extLst xmlns:a="http://schemas.openxmlformats.org/drawingml/2006/main">
              <a:ext uri="{FF2B5EF4-FFF2-40B4-BE49-F238E27FC236}">
                <a16:creationId xmlns:a16="http://schemas.microsoft.com/office/drawing/2014/main" id="{303DABA0-1E3D-4742-B031-E57FEBFF7093}"/>
              </a:ext>
            </a:extLst>
          </p:cNvPr>
          <p:cNvSpPr>
            <a:spLocks xmlns:a="http://schemas.openxmlformats.org/drawingml/2006/main" noGrp="1"/>
          </p:cNvSpPr>
          <p:nvPr/>
        </p:nvSpPr>
        <p:spPr>
          <a:xfrm xmlns:a="http://schemas.openxmlformats.org/drawingml/2006/main">
            <a:off x="4267200" y="40290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3" name="">
            <a:extLst xmlns:a="http://schemas.openxmlformats.org/drawingml/2006/main">
              <a:ext uri="{FF2B5EF4-FFF2-40B4-BE49-F238E27FC236}">
                <a16:creationId xmlns:a16="http://schemas.microsoft.com/office/drawing/2014/main" id="{58018AAD-9F6E-4759-9D04-6CB9395F2E76}"/>
              </a:ext>
            </a:extLst>
          </p:cNvPr>
          <p:cNvSpPr>
            <a:spLocks xmlns:a="http://schemas.openxmlformats.org/drawingml/2006/main" noGrp="1"/>
          </p:cNvSpPr>
          <p:nvPr/>
        </p:nvSpPr>
        <p:spPr>
          <a:xfrm xmlns:a="http://schemas.openxmlformats.org/drawingml/2006/main">
            <a:off x="7524750" y="1752600"/>
            <a:ext cx="35623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B0A3DC86-D00A-4EF1-A223-8A79587C7ACC}"/>
              </a:ext>
            </a:extLst>
          </p:cNvPr>
          <p:cNvSpPr>
            <a:spLocks xmlns:a="http://schemas.openxmlformats.org/drawingml/2006/main" noGrp="1"/>
          </p:cNvSpPr>
          <p:nvPr/>
        </p:nvSpPr>
        <p:spPr>
          <a:xfrm xmlns:a="http://schemas.openxmlformats.org/drawingml/2006/main">
            <a:off x="7696200" y="1924050"/>
            <a:ext cx="3219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5" name="">
            <a:extLst xmlns:a="http://schemas.openxmlformats.org/drawingml/2006/main">
              <a:ext uri="{FF2B5EF4-FFF2-40B4-BE49-F238E27FC236}">
                <a16:creationId xmlns:a16="http://schemas.microsoft.com/office/drawing/2014/main" id="{1BA73879-D50C-44D7-B49E-5639CE76381A}"/>
              </a:ext>
            </a:extLst>
          </p:cNvPr>
          <p:cNvSpPr>
            <a:spLocks xmlns:a="http://schemas.openxmlformats.org/drawingml/2006/main" noGrp="1"/>
          </p:cNvSpPr>
          <p:nvPr/>
        </p:nvSpPr>
        <p:spPr>
          <a:xfrm xmlns:a="http://schemas.openxmlformats.org/drawingml/2006/main">
            <a:off x="7696200" y="2209800"/>
            <a:ext cx="321945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6" name="">
            <a:extLst xmlns:a="http://schemas.openxmlformats.org/drawingml/2006/main">
              <a:ext uri="{FF2B5EF4-FFF2-40B4-BE49-F238E27FC236}">
                <a16:creationId xmlns:a16="http://schemas.microsoft.com/office/drawing/2014/main" id="{63C6307C-33CD-401A-B96F-4B8640B22700}"/>
              </a:ext>
            </a:extLst>
          </p:cNvPr>
          <p:cNvSpPr>
            <a:spLocks xmlns:a="http://schemas.openxmlformats.org/drawingml/2006/main" noGrp="1"/>
          </p:cNvSpPr>
          <p:nvPr/>
        </p:nvSpPr>
        <p:spPr>
          <a:xfrm xmlns:a="http://schemas.openxmlformats.org/drawingml/2006/main">
            <a:off x="7524750" y="5010150"/>
            <a:ext cx="140970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27" name="">
            <a:extLst xmlns:a="http://schemas.openxmlformats.org/drawingml/2006/main">
              <a:ext uri="{FF2B5EF4-FFF2-40B4-BE49-F238E27FC236}">
                <a16:creationId xmlns:a16="http://schemas.microsoft.com/office/drawing/2014/main" id="{97615EA7-B82C-43F8-BC03-4A85FC9B5521}"/>
              </a:ext>
            </a:extLst>
          </p:cNvPr>
          <p:cNvSpPr>
            <a:spLocks xmlns:a="http://schemas.openxmlformats.org/drawingml/2006/main" noGrp="1"/>
          </p:cNvSpPr>
          <p:nvPr/>
        </p:nvSpPr>
        <p:spPr>
          <a:xfrm xmlns:a="http://schemas.openxmlformats.org/drawingml/2006/main">
            <a:off x="76200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4182FA82-6EF5-4AE0-A794-30CCE4AA199C}"/>
              </a:ext>
            </a:extLst>
          </p:cNvPr>
          <p:cNvSpPr>
            <a:spLocks xmlns:a="http://schemas.openxmlformats.org/drawingml/2006/main" noGrp="1"/>
          </p:cNvSpPr>
          <p:nvPr/>
        </p:nvSpPr>
        <p:spPr>
          <a:xfrm xmlns:a="http://schemas.openxmlformats.org/drawingml/2006/main">
            <a:off x="9239250" y="5010150"/>
            <a:ext cx="140970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29" name="">
            <a:extLst xmlns:a="http://schemas.openxmlformats.org/drawingml/2006/main">
              <a:ext uri="{FF2B5EF4-FFF2-40B4-BE49-F238E27FC236}">
                <a16:creationId xmlns:a16="http://schemas.microsoft.com/office/drawing/2014/main" id="{83CA4068-7E2E-4E54-9CEB-58E48F90929C}"/>
              </a:ext>
            </a:extLst>
          </p:cNvPr>
          <p:cNvSpPr>
            <a:spLocks xmlns:a="http://schemas.openxmlformats.org/drawingml/2006/main" noGrp="1"/>
          </p:cNvSpPr>
          <p:nvPr/>
        </p:nvSpPr>
        <p:spPr>
          <a:xfrm xmlns:a="http://schemas.openxmlformats.org/drawingml/2006/main">
            <a:off x="93345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0" name="">
            <a:extLst xmlns:a="http://schemas.openxmlformats.org/drawingml/2006/main">
              <a:ext uri="{FF2B5EF4-FFF2-40B4-BE49-F238E27FC236}">
                <a16:creationId xmlns:a16="http://schemas.microsoft.com/office/drawing/2014/main" id="{13DD5E93-D441-4D20-83AB-6DD837CCB80B}"/>
              </a:ext>
            </a:extLst>
          </p:cNvPr>
          <p:cNvSpPr>
            <a:spLocks xmlns:a="http://schemas.openxmlformats.org/drawingml/2006/main" noGrp="1"/>
          </p:cNvSpPr>
          <p:nvPr/>
        </p:nvSpPr>
        <p:spPr>
          <a:xfrm xmlns:a="http://schemas.openxmlformats.org/drawingml/2006/main" rot="0">
            <a:off x="8915400" y="5124450"/>
            <a:ext cx="2857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024DFF4-8002-41D8-B0DF-D430FD55D05A}"/>
              </a:ext>
            </a:extLst>
          </p:cNvPr>
          <p:cNvSpPr>
            <a:spLocks xmlns:a="http://schemas.openxmlformats.org/drawingml/2006/main" noGrp="1"/>
          </p:cNvSpPr>
          <p:nvPr/>
        </p:nvSpPr>
        <p:spPr>
          <a:xfrm xmlns:a="http://schemas.openxmlformats.org/drawingml/2006/main" rot="5400000">
            <a:off x="9134475" y="5086350"/>
            <a:ext cx="95250" cy="95250"/>
          </a:xfrm>
          <a:prstGeom xmlns:a="http://schemas.openxmlformats.org/drawingml/2006/main" prst="triangle">
            <a:avLst/>
          </a:prstGeom>
          <a:solidFill xmlns:a="http://schemas.openxmlformats.org/drawingml/2006/main">
            <a:srgbClr val="CBD5E1"/>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01061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32688D-5D3C-46DD-BE82-EF266052A0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86E013-3D70-48DD-AF65-B32BD3ED364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2175B0-2BD1-4B62-9266-8AC0710FAC6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4" name="">
            <a:extLst xmlns:a="http://schemas.openxmlformats.org/drawingml/2006/main">
              <a:ext uri="{FF2B5EF4-FFF2-40B4-BE49-F238E27FC236}">
                <a16:creationId xmlns:a16="http://schemas.microsoft.com/office/drawing/2014/main" id="{A3750C00-3D6F-4AF9-BFAA-E607E95C60F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A VF-ready longitudinal isolate dataset links repeated urinary E. coli genomes to clinical episodes</a:t>
            </a:r>
          </a:p>
        </p:txBody>
      </p:sp>
      <p:sp>
        <p:nvSpPr>
          <p:cNvPr id="5" name="">
            <a:extLst xmlns:a="http://schemas.openxmlformats.org/drawingml/2006/main">
              <a:ext uri="{FF2B5EF4-FFF2-40B4-BE49-F238E27FC236}">
                <a16:creationId xmlns:a16="http://schemas.microsoft.com/office/drawing/2014/main" id="{367BC824-C713-40F2-A1EE-0806E45C327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6" name="">
            <a:extLst xmlns:a="http://schemas.openxmlformats.org/drawingml/2006/main">
              <a:ext uri="{FF2B5EF4-FFF2-40B4-BE49-F238E27FC236}">
                <a16:creationId xmlns:a16="http://schemas.microsoft.com/office/drawing/2014/main" id="{44588E37-40D4-4B91-9F70-E0739A2767C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E0826FC-7770-49D1-932C-13C4D232AE8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B41441C-66C0-4EF3-8FB9-46660AC64DF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E4EF5F2-1C45-4FE8-AFA0-E70FFE82677E}"/>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24D9C7D7-25B1-4B47-8A59-E312D54CCCCA}"/>
              </a:ext>
            </a:extLst>
          </p:cNvPr>
          <p:cNvSpPr>
            <a:spLocks xmlns:a="http://schemas.openxmlformats.org/drawingml/2006/main" noGrp="1"/>
          </p:cNvSpPr>
          <p:nvPr/>
        </p:nvSpPr>
        <p:spPr>
          <a:xfrm xmlns:a="http://schemas.openxmlformats.org/drawingml/2006/main">
            <a:off x="762000" y="1714500"/>
            <a:ext cx="1809750"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1" name="">
            <a:extLst xmlns:a="http://schemas.openxmlformats.org/drawingml/2006/main">
              <a:ext uri="{FF2B5EF4-FFF2-40B4-BE49-F238E27FC236}">
                <a16:creationId xmlns:a16="http://schemas.microsoft.com/office/drawing/2014/main" id="{5F476365-6985-4A91-A8A9-CEDFDE8DA9A7}"/>
              </a:ext>
            </a:extLst>
          </p:cNvPr>
          <p:cNvSpPr>
            <a:spLocks xmlns:a="http://schemas.openxmlformats.org/drawingml/2006/main" noGrp="1"/>
          </p:cNvSpPr>
          <p:nvPr/>
        </p:nvSpPr>
        <p:spPr>
          <a:xfrm xmlns:a="http://schemas.openxmlformats.org/drawingml/2006/main">
            <a:off x="914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2" name="">
            <a:extLst xmlns:a="http://schemas.openxmlformats.org/drawingml/2006/main">
              <a:ext uri="{FF2B5EF4-FFF2-40B4-BE49-F238E27FC236}">
                <a16:creationId xmlns:a16="http://schemas.microsoft.com/office/drawing/2014/main" id="{32E970B0-5CBB-48F7-9589-179D02F480C8}"/>
              </a:ext>
            </a:extLst>
          </p:cNvPr>
          <p:cNvSpPr>
            <a:spLocks xmlns:a="http://schemas.openxmlformats.org/drawingml/2006/main" noGrp="1"/>
          </p:cNvSpPr>
          <p:nvPr/>
        </p:nvSpPr>
        <p:spPr>
          <a:xfrm xmlns:a="http://schemas.openxmlformats.org/drawingml/2006/main">
            <a:off x="914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3" name="">
            <a:extLst xmlns:a="http://schemas.openxmlformats.org/drawingml/2006/main">
              <a:ext uri="{FF2B5EF4-FFF2-40B4-BE49-F238E27FC236}">
                <a16:creationId xmlns:a16="http://schemas.microsoft.com/office/drawing/2014/main" id="{A689F468-4907-48C9-A532-2C41FD698EE4}"/>
              </a:ext>
            </a:extLst>
          </p:cNvPr>
          <p:cNvSpPr>
            <a:spLocks xmlns:a="http://schemas.openxmlformats.org/drawingml/2006/main" noGrp="1"/>
          </p:cNvSpPr>
          <p:nvPr/>
        </p:nvSpPr>
        <p:spPr>
          <a:xfrm xmlns:a="http://schemas.openxmlformats.org/drawingml/2006/main">
            <a:off x="2857500" y="1714500"/>
            <a:ext cx="1809750"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14" name="">
            <a:extLst xmlns:a="http://schemas.openxmlformats.org/drawingml/2006/main">
              <a:ext uri="{FF2B5EF4-FFF2-40B4-BE49-F238E27FC236}">
                <a16:creationId xmlns:a16="http://schemas.microsoft.com/office/drawing/2014/main" id="{C64DB208-304D-4EB8-8FF9-B878529D9218}"/>
              </a:ext>
            </a:extLst>
          </p:cNvPr>
          <p:cNvSpPr>
            <a:spLocks xmlns:a="http://schemas.openxmlformats.org/drawingml/2006/main" noGrp="1"/>
          </p:cNvSpPr>
          <p:nvPr/>
        </p:nvSpPr>
        <p:spPr>
          <a:xfrm xmlns:a="http://schemas.openxmlformats.org/drawingml/2006/main">
            <a:off x="3009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5" name="">
            <a:extLst xmlns:a="http://schemas.openxmlformats.org/drawingml/2006/main">
              <a:ext uri="{FF2B5EF4-FFF2-40B4-BE49-F238E27FC236}">
                <a16:creationId xmlns:a16="http://schemas.microsoft.com/office/drawing/2014/main" id="{020AAAF7-64F8-4AC9-87DC-239E3E35B101}"/>
              </a:ext>
            </a:extLst>
          </p:cNvPr>
          <p:cNvSpPr>
            <a:spLocks xmlns:a="http://schemas.openxmlformats.org/drawingml/2006/main" noGrp="1"/>
          </p:cNvSpPr>
          <p:nvPr/>
        </p:nvSpPr>
        <p:spPr>
          <a:xfrm xmlns:a="http://schemas.openxmlformats.org/drawingml/2006/main">
            <a:off x="3009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6" name="">
            <a:extLst xmlns:a="http://schemas.openxmlformats.org/drawingml/2006/main">
              <a:ext uri="{FF2B5EF4-FFF2-40B4-BE49-F238E27FC236}">
                <a16:creationId xmlns:a16="http://schemas.microsoft.com/office/drawing/2014/main" id="{1ED1F36A-375E-4CA6-AA99-45710373EF44}"/>
              </a:ext>
            </a:extLst>
          </p:cNvPr>
          <p:cNvSpPr>
            <a:spLocks xmlns:a="http://schemas.openxmlformats.org/drawingml/2006/main" noGrp="1"/>
          </p:cNvSpPr>
          <p:nvPr/>
        </p:nvSpPr>
        <p:spPr>
          <a:xfrm xmlns:a="http://schemas.openxmlformats.org/drawingml/2006/main">
            <a:off x="4953000" y="1714500"/>
            <a:ext cx="180975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17" name="">
            <a:extLst xmlns:a="http://schemas.openxmlformats.org/drawingml/2006/main">
              <a:ext uri="{FF2B5EF4-FFF2-40B4-BE49-F238E27FC236}">
                <a16:creationId xmlns:a16="http://schemas.microsoft.com/office/drawing/2014/main" id="{D7E69B73-2F48-41F4-A938-555E4F007157}"/>
              </a:ext>
            </a:extLst>
          </p:cNvPr>
          <p:cNvSpPr>
            <a:spLocks xmlns:a="http://schemas.openxmlformats.org/drawingml/2006/main" noGrp="1"/>
          </p:cNvSpPr>
          <p:nvPr/>
        </p:nvSpPr>
        <p:spPr>
          <a:xfrm xmlns:a="http://schemas.openxmlformats.org/drawingml/2006/main">
            <a:off x="5105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8" name="">
            <a:extLst xmlns:a="http://schemas.openxmlformats.org/drawingml/2006/main">
              <a:ext uri="{FF2B5EF4-FFF2-40B4-BE49-F238E27FC236}">
                <a16:creationId xmlns:a16="http://schemas.microsoft.com/office/drawing/2014/main" id="{5D2C0383-E554-495C-981F-9E46FE2C709E}"/>
              </a:ext>
            </a:extLst>
          </p:cNvPr>
          <p:cNvSpPr>
            <a:spLocks xmlns:a="http://schemas.openxmlformats.org/drawingml/2006/main" noGrp="1"/>
          </p:cNvSpPr>
          <p:nvPr/>
        </p:nvSpPr>
        <p:spPr>
          <a:xfrm xmlns:a="http://schemas.openxmlformats.org/drawingml/2006/main">
            <a:off x="5105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19" name="">
            <a:extLst xmlns:a="http://schemas.openxmlformats.org/drawingml/2006/main">
              <a:ext uri="{FF2B5EF4-FFF2-40B4-BE49-F238E27FC236}">
                <a16:creationId xmlns:a16="http://schemas.microsoft.com/office/drawing/2014/main" id="{B700A81F-AB13-48A3-9B50-B16C405360AE}"/>
              </a:ext>
            </a:extLst>
          </p:cNvPr>
          <p:cNvSpPr>
            <a:spLocks xmlns:a="http://schemas.openxmlformats.org/drawingml/2006/main" noGrp="1"/>
          </p:cNvSpPr>
          <p:nvPr/>
        </p:nvSpPr>
        <p:spPr>
          <a:xfrm xmlns:a="http://schemas.openxmlformats.org/drawingml/2006/main">
            <a:off x="7048500" y="1714500"/>
            <a:ext cx="1809750"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0" name="">
            <a:extLst xmlns:a="http://schemas.openxmlformats.org/drawingml/2006/main">
              <a:ext uri="{FF2B5EF4-FFF2-40B4-BE49-F238E27FC236}">
                <a16:creationId xmlns:a16="http://schemas.microsoft.com/office/drawing/2014/main" id="{BFBCA89A-D184-4589-ABCA-E8D25CF0D0BA}"/>
              </a:ext>
            </a:extLst>
          </p:cNvPr>
          <p:cNvSpPr>
            <a:spLocks xmlns:a="http://schemas.openxmlformats.org/drawingml/2006/main" noGrp="1"/>
          </p:cNvSpPr>
          <p:nvPr/>
        </p:nvSpPr>
        <p:spPr>
          <a:xfrm xmlns:a="http://schemas.openxmlformats.org/drawingml/2006/main">
            <a:off x="7200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1" name="">
            <a:extLst xmlns:a="http://schemas.openxmlformats.org/drawingml/2006/main">
              <a:ext uri="{FF2B5EF4-FFF2-40B4-BE49-F238E27FC236}">
                <a16:creationId xmlns:a16="http://schemas.microsoft.com/office/drawing/2014/main" id="{72A6DBA1-209B-4FEA-9F29-91ACC0BDF167}"/>
              </a:ext>
            </a:extLst>
          </p:cNvPr>
          <p:cNvSpPr>
            <a:spLocks xmlns:a="http://schemas.openxmlformats.org/drawingml/2006/main" noGrp="1"/>
          </p:cNvSpPr>
          <p:nvPr/>
        </p:nvSpPr>
        <p:spPr>
          <a:xfrm xmlns:a="http://schemas.openxmlformats.org/drawingml/2006/main">
            <a:off x="7200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2" name="">
            <a:extLst xmlns:a="http://schemas.openxmlformats.org/drawingml/2006/main">
              <a:ext uri="{FF2B5EF4-FFF2-40B4-BE49-F238E27FC236}">
                <a16:creationId xmlns:a16="http://schemas.microsoft.com/office/drawing/2014/main" id="{67BFCD72-F824-4AA0-BBF6-FA649A3B944F}"/>
              </a:ext>
            </a:extLst>
          </p:cNvPr>
          <p:cNvSpPr>
            <a:spLocks xmlns:a="http://schemas.openxmlformats.org/drawingml/2006/main" noGrp="1"/>
          </p:cNvSpPr>
          <p:nvPr/>
        </p:nvSpPr>
        <p:spPr>
          <a:xfrm xmlns:a="http://schemas.openxmlformats.org/drawingml/2006/main">
            <a:off x="9144000" y="1714500"/>
            <a:ext cx="1809750" cy="819150"/>
          </a:xfrm>
          <a:prstGeom xmlns:a="http://schemas.openxmlformats.org/drawingml/2006/main" prst="roundRect">
            <a:avLst>
              <a:gd name="adj" fmla="val 9302"/>
            </a:avLst>
          </a:prstGeom>
          <a:solidFill xmlns:a="http://schemas.openxmlformats.org/drawingml/2006/main">
            <a:srgbClr val="FBEDE8"/>
          </a:solidFill>
          <a:ln xmlns:a="http://schemas.openxmlformats.org/drawingml/2006/main" w="0">
            <a:solidFill>
              <a:srgbClr val="FBEDE8"/>
            </a:solidFill>
            <a:prstDash val="solid"/>
          </a:ln>
        </p:spPr>
      </p:sp>
      <p:sp>
        <p:nvSpPr>
          <p:cNvPr id="23" name="">
            <a:extLst xmlns:a="http://schemas.openxmlformats.org/drawingml/2006/main">
              <a:ext uri="{FF2B5EF4-FFF2-40B4-BE49-F238E27FC236}">
                <a16:creationId xmlns:a16="http://schemas.microsoft.com/office/drawing/2014/main" id="{3E25420A-5DDA-4623-A13C-DF7C90E00319}"/>
              </a:ext>
            </a:extLst>
          </p:cNvPr>
          <p:cNvSpPr>
            <a:spLocks xmlns:a="http://schemas.openxmlformats.org/drawingml/2006/main" noGrp="1"/>
          </p:cNvSpPr>
          <p:nvPr/>
        </p:nvSpPr>
        <p:spPr>
          <a:xfrm xmlns:a="http://schemas.openxmlformats.org/drawingml/2006/main">
            <a:off x="9296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4" name="">
            <a:extLst xmlns:a="http://schemas.openxmlformats.org/drawingml/2006/main">
              <a:ext uri="{FF2B5EF4-FFF2-40B4-BE49-F238E27FC236}">
                <a16:creationId xmlns:a16="http://schemas.microsoft.com/office/drawing/2014/main" id="{6A808308-5A7D-464D-95A7-638CCBABE92A}"/>
              </a:ext>
            </a:extLst>
          </p:cNvPr>
          <p:cNvSpPr>
            <a:spLocks xmlns:a="http://schemas.openxmlformats.org/drawingml/2006/main" noGrp="1"/>
          </p:cNvSpPr>
          <p:nvPr/>
        </p:nvSpPr>
        <p:spPr>
          <a:xfrm xmlns:a="http://schemas.openxmlformats.org/drawingml/2006/main">
            <a:off x="9296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5" name="">
            <a:extLst xmlns:a="http://schemas.openxmlformats.org/drawingml/2006/main">
              <a:ext uri="{FF2B5EF4-FFF2-40B4-BE49-F238E27FC236}">
                <a16:creationId xmlns:a16="http://schemas.microsoft.com/office/drawing/2014/main" id="{273713E3-23A8-42B6-964B-5238CC1030DC}"/>
              </a:ext>
            </a:extLst>
          </p:cNvPr>
          <p:cNvSpPr>
            <a:spLocks xmlns:a="http://schemas.openxmlformats.org/drawingml/2006/main" noGrp="1"/>
          </p:cNvSpPr>
          <p:nvPr/>
        </p:nvSpPr>
        <p:spPr>
          <a:xfrm xmlns:a="http://schemas.openxmlformats.org/drawingml/2006/main">
            <a:off x="933450" y="32385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6" name="">
            <a:extLst xmlns:a="http://schemas.openxmlformats.org/drawingml/2006/main">
              <a:ext uri="{FF2B5EF4-FFF2-40B4-BE49-F238E27FC236}">
                <a16:creationId xmlns:a16="http://schemas.microsoft.com/office/drawing/2014/main" id="{922C9D20-B979-4546-8730-F777AB86E04E}"/>
              </a:ext>
            </a:extLst>
          </p:cNvPr>
          <p:cNvSpPr>
            <a:spLocks xmlns:a="http://schemas.openxmlformats.org/drawingml/2006/main" noGrp="1"/>
          </p:cNvSpPr>
          <p:nvPr/>
        </p:nvSpPr>
        <p:spPr>
          <a:xfrm xmlns:a="http://schemas.openxmlformats.org/drawingml/2006/main">
            <a:off x="1428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27" name="">
            <a:extLst xmlns:a="http://schemas.openxmlformats.org/drawingml/2006/main">
              <a:ext uri="{FF2B5EF4-FFF2-40B4-BE49-F238E27FC236}">
                <a16:creationId xmlns:a16="http://schemas.microsoft.com/office/drawing/2014/main" id="{D13F1958-693F-409D-8FFA-2E65A0C039F2}"/>
              </a:ext>
            </a:extLst>
          </p:cNvPr>
          <p:cNvSpPr>
            <a:spLocks xmlns:a="http://schemas.openxmlformats.org/drawingml/2006/main" noGrp="1"/>
          </p:cNvSpPr>
          <p:nvPr/>
        </p:nvSpPr>
        <p:spPr>
          <a:xfrm xmlns:a="http://schemas.openxmlformats.org/drawingml/2006/main">
            <a:off x="1352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B2A7274C-FD7D-43E8-9AB6-B684355BFA48}"/>
              </a:ext>
            </a:extLst>
          </p:cNvPr>
          <p:cNvSpPr>
            <a:spLocks xmlns:a="http://schemas.openxmlformats.org/drawingml/2006/main" noGrp="1"/>
          </p:cNvSpPr>
          <p:nvPr/>
        </p:nvSpPr>
        <p:spPr>
          <a:xfrm xmlns:a="http://schemas.openxmlformats.org/drawingml/2006/main" rot="0">
            <a:off x="2190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19369B7-5494-4AF3-AFF3-703AC1D4E96B}"/>
              </a:ext>
            </a:extLst>
          </p:cNvPr>
          <p:cNvSpPr>
            <a:spLocks xmlns:a="http://schemas.openxmlformats.org/drawingml/2006/main" noGrp="1"/>
          </p:cNvSpPr>
          <p:nvPr/>
        </p:nvSpPr>
        <p:spPr>
          <a:xfrm xmlns:a="http://schemas.openxmlformats.org/drawingml/2006/main" rot="5400000">
            <a:off x="3362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F30AEEE-0AA5-44F7-BE12-E6E4EEA991E5}"/>
              </a:ext>
            </a:extLst>
          </p:cNvPr>
          <p:cNvSpPr>
            <a:spLocks xmlns:a="http://schemas.openxmlformats.org/drawingml/2006/main" noGrp="1"/>
          </p:cNvSpPr>
          <p:nvPr/>
        </p:nvSpPr>
        <p:spPr>
          <a:xfrm xmlns:a="http://schemas.openxmlformats.org/drawingml/2006/main">
            <a:off x="1276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1" name="">
            <a:extLst xmlns:a="http://schemas.openxmlformats.org/drawingml/2006/main">
              <a:ext uri="{FF2B5EF4-FFF2-40B4-BE49-F238E27FC236}">
                <a16:creationId xmlns:a16="http://schemas.microsoft.com/office/drawing/2014/main" id="{EE4ED7E7-0BB9-4CD3-9DFE-A4C62116E84E}"/>
              </a:ext>
            </a:extLst>
          </p:cNvPr>
          <p:cNvSpPr>
            <a:spLocks xmlns:a="http://schemas.openxmlformats.org/drawingml/2006/main" noGrp="1"/>
          </p:cNvSpPr>
          <p:nvPr/>
        </p:nvSpPr>
        <p:spPr>
          <a:xfrm xmlns:a="http://schemas.openxmlformats.org/drawingml/2006/main">
            <a:off x="35242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2" name="">
            <a:extLst xmlns:a="http://schemas.openxmlformats.org/drawingml/2006/main">
              <a:ext uri="{FF2B5EF4-FFF2-40B4-BE49-F238E27FC236}">
                <a16:creationId xmlns:a16="http://schemas.microsoft.com/office/drawing/2014/main" id="{C5C34702-2D03-451D-BC98-95D03A376AF3}"/>
              </a:ext>
            </a:extLst>
          </p:cNvPr>
          <p:cNvSpPr>
            <a:spLocks xmlns:a="http://schemas.openxmlformats.org/drawingml/2006/main" noGrp="1"/>
          </p:cNvSpPr>
          <p:nvPr/>
        </p:nvSpPr>
        <p:spPr>
          <a:xfrm xmlns:a="http://schemas.openxmlformats.org/drawingml/2006/main">
            <a:off x="3448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3" name="">
            <a:extLst xmlns:a="http://schemas.openxmlformats.org/drawingml/2006/main">
              <a:ext uri="{FF2B5EF4-FFF2-40B4-BE49-F238E27FC236}">
                <a16:creationId xmlns:a16="http://schemas.microsoft.com/office/drawing/2014/main" id="{1151618E-F467-4C81-ACBC-B0578CE76E51}"/>
              </a:ext>
            </a:extLst>
          </p:cNvPr>
          <p:cNvSpPr>
            <a:spLocks xmlns:a="http://schemas.openxmlformats.org/drawingml/2006/main" noGrp="1"/>
          </p:cNvSpPr>
          <p:nvPr/>
        </p:nvSpPr>
        <p:spPr>
          <a:xfrm xmlns:a="http://schemas.openxmlformats.org/drawingml/2006/main" rot="0">
            <a:off x="4286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FD5BE3D-727D-4E30-9101-61F59088DF21}"/>
              </a:ext>
            </a:extLst>
          </p:cNvPr>
          <p:cNvSpPr>
            <a:spLocks xmlns:a="http://schemas.openxmlformats.org/drawingml/2006/main" noGrp="1"/>
          </p:cNvSpPr>
          <p:nvPr/>
        </p:nvSpPr>
        <p:spPr>
          <a:xfrm xmlns:a="http://schemas.openxmlformats.org/drawingml/2006/main" rot="5400000">
            <a:off x="5457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61F62BC-504D-49B2-A733-A5AC9A9BE691}"/>
              </a:ext>
            </a:extLst>
          </p:cNvPr>
          <p:cNvSpPr>
            <a:spLocks xmlns:a="http://schemas.openxmlformats.org/drawingml/2006/main" noGrp="1"/>
          </p:cNvSpPr>
          <p:nvPr/>
        </p:nvSpPr>
        <p:spPr>
          <a:xfrm xmlns:a="http://schemas.openxmlformats.org/drawingml/2006/main">
            <a:off x="3371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6" name="">
            <a:extLst xmlns:a="http://schemas.openxmlformats.org/drawingml/2006/main">
              <a:ext uri="{FF2B5EF4-FFF2-40B4-BE49-F238E27FC236}">
                <a16:creationId xmlns:a16="http://schemas.microsoft.com/office/drawing/2014/main" id="{315D6846-FAC3-48F8-A63F-D6EAF10E62EC}"/>
              </a:ext>
            </a:extLst>
          </p:cNvPr>
          <p:cNvSpPr>
            <a:spLocks xmlns:a="http://schemas.openxmlformats.org/drawingml/2006/main" noGrp="1"/>
          </p:cNvSpPr>
          <p:nvPr/>
        </p:nvSpPr>
        <p:spPr>
          <a:xfrm xmlns:a="http://schemas.openxmlformats.org/drawingml/2006/main">
            <a:off x="5619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7" name="">
            <a:extLst xmlns:a="http://schemas.openxmlformats.org/drawingml/2006/main">
              <a:ext uri="{FF2B5EF4-FFF2-40B4-BE49-F238E27FC236}">
                <a16:creationId xmlns:a16="http://schemas.microsoft.com/office/drawing/2014/main" id="{33E7572C-2F97-47F9-BBD6-4EA54DB0596F}"/>
              </a:ext>
            </a:extLst>
          </p:cNvPr>
          <p:cNvSpPr>
            <a:spLocks xmlns:a="http://schemas.openxmlformats.org/drawingml/2006/main" noGrp="1"/>
          </p:cNvSpPr>
          <p:nvPr/>
        </p:nvSpPr>
        <p:spPr>
          <a:xfrm xmlns:a="http://schemas.openxmlformats.org/drawingml/2006/main">
            <a:off x="5543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8" name="">
            <a:extLst xmlns:a="http://schemas.openxmlformats.org/drawingml/2006/main">
              <a:ext uri="{FF2B5EF4-FFF2-40B4-BE49-F238E27FC236}">
                <a16:creationId xmlns:a16="http://schemas.microsoft.com/office/drawing/2014/main" id="{F9E873D3-D2FA-443A-B290-34FC23B4B177}"/>
              </a:ext>
            </a:extLst>
          </p:cNvPr>
          <p:cNvSpPr>
            <a:spLocks xmlns:a="http://schemas.openxmlformats.org/drawingml/2006/main" noGrp="1"/>
          </p:cNvSpPr>
          <p:nvPr/>
        </p:nvSpPr>
        <p:spPr>
          <a:xfrm xmlns:a="http://schemas.openxmlformats.org/drawingml/2006/main" rot="0">
            <a:off x="6381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7FB7854-E2D6-42A5-8086-8AC979E3DB8E}"/>
              </a:ext>
            </a:extLst>
          </p:cNvPr>
          <p:cNvSpPr>
            <a:spLocks xmlns:a="http://schemas.openxmlformats.org/drawingml/2006/main" noGrp="1"/>
          </p:cNvSpPr>
          <p:nvPr/>
        </p:nvSpPr>
        <p:spPr>
          <a:xfrm xmlns:a="http://schemas.openxmlformats.org/drawingml/2006/main" rot="5400000">
            <a:off x="7553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E1DFDFDC-C497-4241-AAF2-557C266F0BF2}"/>
              </a:ext>
            </a:extLst>
          </p:cNvPr>
          <p:cNvSpPr>
            <a:spLocks xmlns:a="http://schemas.openxmlformats.org/drawingml/2006/main" noGrp="1"/>
          </p:cNvSpPr>
          <p:nvPr/>
        </p:nvSpPr>
        <p:spPr>
          <a:xfrm xmlns:a="http://schemas.openxmlformats.org/drawingml/2006/main">
            <a:off x="5467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1" name="">
            <a:extLst xmlns:a="http://schemas.openxmlformats.org/drawingml/2006/main">
              <a:ext uri="{FF2B5EF4-FFF2-40B4-BE49-F238E27FC236}">
                <a16:creationId xmlns:a16="http://schemas.microsoft.com/office/drawing/2014/main" id="{C8E57FE3-473F-4AA5-BF4E-BA8592891A3A}"/>
              </a:ext>
            </a:extLst>
          </p:cNvPr>
          <p:cNvSpPr>
            <a:spLocks xmlns:a="http://schemas.openxmlformats.org/drawingml/2006/main" noGrp="1"/>
          </p:cNvSpPr>
          <p:nvPr/>
        </p:nvSpPr>
        <p:spPr>
          <a:xfrm xmlns:a="http://schemas.openxmlformats.org/drawingml/2006/main">
            <a:off x="7715250" y="4191000"/>
            <a:ext cx="666750" cy="666750"/>
          </a:xfrm>
          <a:prstGeom xmlns:a="http://schemas.openxmlformats.org/drawingml/2006/main" prst="ellipse">
            <a:avLst/>
          </a:prstGeom>
          <a:solidFill xmlns:a="http://schemas.openxmlformats.org/drawingml/2006/main">
            <a:srgbClr val="FFF4E6"/>
          </a:solidFill>
          <a:ln xmlns:a="http://schemas.openxmlformats.org/drawingml/2006/main" w="19050">
            <a:solidFill>
              <a:srgbClr val="F4B15F"/>
            </a:solidFill>
            <a:prstDash val="solid"/>
          </a:ln>
        </p:spPr>
      </p:sp>
      <p:sp>
        <p:nvSpPr>
          <p:cNvPr id="42" name="">
            <a:extLst xmlns:a="http://schemas.openxmlformats.org/drawingml/2006/main">
              <a:ext uri="{FF2B5EF4-FFF2-40B4-BE49-F238E27FC236}">
                <a16:creationId xmlns:a16="http://schemas.microsoft.com/office/drawing/2014/main" id="{5FE608C1-AF3C-4E08-B82A-30C55596124E}"/>
              </a:ext>
            </a:extLst>
          </p:cNvPr>
          <p:cNvSpPr>
            <a:spLocks xmlns:a="http://schemas.openxmlformats.org/drawingml/2006/main" noGrp="1"/>
          </p:cNvSpPr>
          <p:nvPr/>
        </p:nvSpPr>
        <p:spPr>
          <a:xfrm xmlns:a="http://schemas.openxmlformats.org/drawingml/2006/main">
            <a:off x="7639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3" name="">
            <a:extLst xmlns:a="http://schemas.openxmlformats.org/drawingml/2006/main">
              <a:ext uri="{FF2B5EF4-FFF2-40B4-BE49-F238E27FC236}">
                <a16:creationId xmlns:a16="http://schemas.microsoft.com/office/drawing/2014/main" id="{79193A78-CF6C-40AF-A4C2-EDFB6E6F0803}"/>
              </a:ext>
            </a:extLst>
          </p:cNvPr>
          <p:cNvSpPr>
            <a:spLocks xmlns:a="http://schemas.openxmlformats.org/drawingml/2006/main" noGrp="1"/>
          </p:cNvSpPr>
          <p:nvPr/>
        </p:nvSpPr>
        <p:spPr>
          <a:xfrm xmlns:a="http://schemas.openxmlformats.org/drawingml/2006/main" rot="0">
            <a:off x="8477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A171E035-D362-488C-90CD-BAA7F0DFCDDC}"/>
              </a:ext>
            </a:extLst>
          </p:cNvPr>
          <p:cNvSpPr>
            <a:spLocks xmlns:a="http://schemas.openxmlformats.org/drawingml/2006/main" noGrp="1"/>
          </p:cNvSpPr>
          <p:nvPr/>
        </p:nvSpPr>
        <p:spPr>
          <a:xfrm xmlns:a="http://schemas.openxmlformats.org/drawingml/2006/main" rot="5400000">
            <a:off x="9648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E482EB97-0770-45F6-BBD2-591F74B1A0D5}"/>
              </a:ext>
            </a:extLst>
          </p:cNvPr>
          <p:cNvSpPr>
            <a:spLocks xmlns:a="http://schemas.openxmlformats.org/drawingml/2006/main" noGrp="1"/>
          </p:cNvSpPr>
          <p:nvPr/>
        </p:nvSpPr>
        <p:spPr>
          <a:xfrm xmlns:a="http://schemas.openxmlformats.org/drawingml/2006/main">
            <a:off x="7562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6" name="">
            <a:extLst xmlns:a="http://schemas.openxmlformats.org/drawingml/2006/main">
              <a:ext uri="{FF2B5EF4-FFF2-40B4-BE49-F238E27FC236}">
                <a16:creationId xmlns:a16="http://schemas.microsoft.com/office/drawing/2014/main" id="{6FC2E70E-96B9-4B90-AA4C-A3D582B66415}"/>
              </a:ext>
            </a:extLst>
          </p:cNvPr>
          <p:cNvSpPr>
            <a:spLocks xmlns:a="http://schemas.openxmlformats.org/drawingml/2006/main" noGrp="1"/>
          </p:cNvSpPr>
          <p:nvPr/>
        </p:nvSpPr>
        <p:spPr>
          <a:xfrm xmlns:a="http://schemas.openxmlformats.org/drawingml/2006/main">
            <a:off x="9810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47" name="">
            <a:extLst xmlns:a="http://schemas.openxmlformats.org/drawingml/2006/main">
              <a:ext uri="{FF2B5EF4-FFF2-40B4-BE49-F238E27FC236}">
                <a16:creationId xmlns:a16="http://schemas.microsoft.com/office/drawing/2014/main" id="{A2F2D3D9-A53D-4009-AF03-91CA4E6F5769}"/>
              </a:ext>
            </a:extLst>
          </p:cNvPr>
          <p:cNvSpPr>
            <a:spLocks xmlns:a="http://schemas.openxmlformats.org/drawingml/2006/main" noGrp="1"/>
          </p:cNvSpPr>
          <p:nvPr/>
        </p:nvSpPr>
        <p:spPr>
          <a:xfrm xmlns:a="http://schemas.openxmlformats.org/drawingml/2006/main">
            <a:off x="9734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8" name="">
            <a:extLst xmlns:a="http://schemas.openxmlformats.org/drawingml/2006/main">
              <a:ext uri="{FF2B5EF4-FFF2-40B4-BE49-F238E27FC236}">
                <a16:creationId xmlns:a16="http://schemas.microsoft.com/office/drawing/2014/main" id="{24E87D5E-52E9-47A6-BA21-99F9E183AAD3}"/>
              </a:ext>
            </a:extLst>
          </p:cNvPr>
          <p:cNvSpPr>
            <a:spLocks xmlns:a="http://schemas.openxmlformats.org/drawingml/2006/main" noGrp="1"/>
          </p:cNvSpPr>
          <p:nvPr/>
        </p:nvSpPr>
        <p:spPr>
          <a:xfrm xmlns:a="http://schemas.openxmlformats.org/drawingml/2006/main">
            <a:off x="9658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49" name="">
            <a:extLst xmlns:a="http://schemas.openxmlformats.org/drawingml/2006/main">
              <a:ext uri="{FF2B5EF4-FFF2-40B4-BE49-F238E27FC236}">
                <a16:creationId xmlns:a16="http://schemas.microsoft.com/office/drawing/2014/main" id="{8274CB40-1C75-4FD9-A675-F40AD03FEB55}"/>
              </a:ext>
            </a:extLst>
          </p:cNvPr>
          <p:cNvSpPr>
            <a:spLocks xmlns:a="http://schemas.openxmlformats.org/drawingml/2006/main" noGrp="1"/>
          </p:cNvSpPr>
          <p:nvPr/>
        </p:nvSpPr>
        <p:spPr>
          <a:xfrm xmlns:a="http://schemas.openxmlformats.org/drawingml/2006/main">
            <a:off x="933450" y="5524500"/>
            <a:ext cx="100012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78BF412B-5251-4338-B524-2DA92A025F78}"/>
              </a:ext>
            </a:extLst>
          </p:cNvPr>
          <p:cNvSpPr>
            <a:spLocks xmlns:a="http://schemas.openxmlformats.org/drawingml/2006/main" noGrp="1"/>
          </p:cNvSpPr>
          <p:nvPr/>
        </p:nvSpPr>
        <p:spPr>
          <a:xfrm xmlns:a="http://schemas.openxmlformats.org/drawingml/2006/main">
            <a:off x="1104900" y="5695950"/>
            <a:ext cx="965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1" name="">
            <a:extLst xmlns:a="http://schemas.openxmlformats.org/drawingml/2006/main">
              <a:ext uri="{FF2B5EF4-FFF2-40B4-BE49-F238E27FC236}">
                <a16:creationId xmlns:a16="http://schemas.microsoft.com/office/drawing/2014/main" id="{7E1159AB-C9F2-442D-B28E-34D87F3DA626}"/>
              </a:ext>
            </a:extLst>
          </p:cNvPr>
          <p:cNvSpPr>
            <a:spLocks xmlns:a="http://schemas.openxmlformats.org/drawingml/2006/main" noGrp="1"/>
          </p:cNvSpPr>
          <p:nvPr/>
        </p:nvSpPr>
        <p:spPr>
          <a:xfrm xmlns:a="http://schemas.openxmlformats.org/drawingml/2006/main">
            <a:off x="1104900" y="5981700"/>
            <a:ext cx="965835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xmlns:p14="http://schemas.microsoft.com/office/powerpoint/2010/main" val="1635553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F89918-4184-4D0B-B82C-36E0B130EE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BE27ED4-50CE-43C6-AEEC-CF72076114E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79EE666-1F94-415A-8703-5508556184C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4" name="">
            <a:extLst xmlns:a="http://schemas.openxmlformats.org/drawingml/2006/main">
              <a:ext uri="{FF2B5EF4-FFF2-40B4-BE49-F238E27FC236}">
                <a16:creationId xmlns:a16="http://schemas.microsoft.com/office/drawing/2014/main" id="{C2BEED8F-3D15-490F-A88F-A145704934A5}"/>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5" name="">
            <a:extLst xmlns:a="http://schemas.openxmlformats.org/drawingml/2006/main">
              <a:ext uri="{FF2B5EF4-FFF2-40B4-BE49-F238E27FC236}">
                <a16:creationId xmlns:a16="http://schemas.microsoft.com/office/drawing/2014/main" id="{2066775F-5303-4319-AB19-5754E191316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6" name="">
            <a:extLst xmlns:a="http://schemas.openxmlformats.org/drawingml/2006/main">
              <a:ext uri="{FF2B5EF4-FFF2-40B4-BE49-F238E27FC236}">
                <a16:creationId xmlns:a16="http://schemas.microsoft.com/office/drawing/2014/main" id="{0C447453-D417-43C3-97F4-AB6621F5D4F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E84166-1931-464C-AAB0-FA915D73C06E}"/>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8926521-6391-4264-BF8A-612C1980092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CA47DBF-2003-447C-B6AF-8923AEF711B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04</a:t>
            </a:r>
          </a:p>
        </p:txBody>
      </p:sp>
      <p:sp>
        <p:nvSpPr>
          <p:cNvPr id="10" name="">
            <a:extLst xmlns:a="http://schemas.openxmlformats.org/drawingml/2006/main">
              <a:ext uri="{FF2B5EF4-FFF2-40B4-BE49-F238E27FC236}">
                <a16:creationId xmlns:a16="http://schemas.microsoft.com/office/drawing/2014/main" id="{1F81907C-7020-4409-AF92-93979E901411}"/>
              </a:ext>
            </a:extLst>
          </p:cNvPr>
          <p:cNvSpPr>
            <a:spLocks xmlns:a="http://schemas.openxmlformats.org/drawingml/2006/main" noGrp="1"/>
          </p:cNvSpPr>
          <p:nvPr/>
        </p:nvSpPr>
        <p:spPr>
          <a:xfrm xmlns:a="http://schemas.openxmlformats.org/drawingml/2006/main">
            <a:off x="6667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3F8619D8-4B1C-42B0-B85A-48EB6F28F0FC}"/>
              </a:ext>
            </a:extLst>
          </p:cNvPr>
          <p:cNvSpPr>
            <a:spLocks xmlns:a="http://schemas.openxmlformats.org/drawingml/2006/main" noGrp="1"/>
          </p:cNvSpPr>
          <p:nvPr/>
        </p:nvSpPr>
        <p:spPr>
          <a:xfrm xmlns:a="http://schemas.openxmlformats.org/drawingml/2006/main">
            <a:off x="8191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6D919B-2420-4CFD-9C14-D8073D29172F}"/>
              </a:ext>
            </a:extLst>
          </p:cNvPr>
          <p:cNvSpPr>
            <a:spLocks xmlns:a="http://schemas.openxmlformats.org/drawingml/2006/main" noGrp="1"/>
          </p:cNvSpPr>
          <p:nvPr/>
        </p:nvSpPr>
        <p:spPr>
          <a:xfrm xmlns:a="http://schemas.openxmlformats.org/drawingml/2006/main">
            <a:off x="8191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B499A76E-F90C-48D8-A426-B2BC89B29A7D}"/>
              </a:ext>
            </a:extLst>
          </p:cNvPr>
          <p:cNvSpPr>
            <a:spLocks xmlns:a="http://schemas.openxmlformats.org/drawingml/2006/main" noGrp="1"/>
          </p:cNvSpPr>
          <p:nvPr/>
        </p:nvSpPr>
        <p:spPr>
          <a:xfrm xmlns:a="http://schemas.openxmlformats.org/drawingml/2006/main">
            <a:off x="12192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4" name="">
            <a:extLst xmlns:a="http://schemas.openxmlformats.org/drawingml/2006/main">
              <a:ext uri="{FF2B5EF4-FFF2-40B4-BE49-F238E27FC236}">
                <a16:creationId xmlns:a16="http://schemas.microsoft.com/office/drawing/2014/main" id="{2B674CD5-6807-4471-8826-0588EA023AD2}"/>
              </a:ext>
            </a:extLst>
          </p:cNvPr>
          <p:cNvSpPr>
            <a:spLocks xmlns:a="http://schemas.openxmlformats.org/drawingml/2006/main" noGrp="1"/>
          </p:cNvSpPr>
          <p:nvPr/>
        </p:nvSpPr>
        <p:spPr>
          <a:xfrm xmlns:a="http://schemas.openxmlformats.org/drawingml/2006/main">
            <a:off x="12192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5" name="">
            <a:extLst xmlns:a="http://schemas.openxmlformats.org/drawingml/2006/main">
              <a:ext uri="{FF2B5EF4-FFF2-40B4-BE49-F238E27FC236}">
                <a16:creationId xmlns:a16="http://schemas.microsoft.com/office/drawing/2014/main" id="{7D7BC549-DF5D-4E0D-8003-264EC436F6D9}"/>
              </a:ext>
            </a:extLst>
          </p:cNvPr>
          <p:cNvSpPr>
            <a:spLocks xmlns:a="http://schemas.openxmlformats.org/drawingml/2006/main" noGrp="1"/>
          </p:cNvSpPr>
          <p:nvPr/>
        </p:nvSpPr>
        <p:spPr>
          <a:xfrm xmlns:a="http://schemas.openxmlformats.org/drawingml/2006/main">
            <a:off x="8382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6" name="">
            <a:extLst xmlns:a="http://schemas.openxmlformats.org/drawingml/2006/main">
              <a:ext uri="{FF2B5EF4-FFF2-40B4-BE49-F238E27FC236}">
                <a16:creationId xmlns:a16="http://schemas.microsoft.com/office/drawing/2014/main" id="{3F767E24-CBE3-4259-A4B8-63834424B83C}"/>
              </a:ext>
            </a:extLst>
          </p:cNvPr>
          <p:cNvSpPr>
            <a:spLocks xmlns:a="http://schemas.openxmlformats.org/drawingml/2006/main" noGrp="1"/>
          </p:cNvSpPr>
          <p:nvPr/>
        </p:nvSpPr>
        <p:spPr>
          <a:xfrm xmlns:a="http://schemas.openxmlformats.org/drawingml/2006/main" rot="0">
            <a:off x="39814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1DEAC7B-4413-4140-8278-B4D809153A52}"/>
              </a:ext>
            </a:extLst>
          </p:cNvPr>
          <p:cNvSpPr>
            <a:spLocks xmlns:a="http://schemas.openxmlformats.org/drawingml/2006/main" noGrp="1"/>
          </p:cNvSpPr>
          <p:nvPr/>
        </p:nvSpPr>
        <p:spPr>
          <a:xfrm xmlns:a="http://schemas.openxmlformats.org/drawingml/2006/main" rot="5400000">
            <a:off x="42386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BEADFE6-9FE1-4425-8EC6-9AEFE3E81871}"/>
              </a:ext>
            </a:extLst>
          </p:cNvPr>
          <p:cNvSpPr>
            <a:spLocks xmlns:a="http://schemas.openxmlformats.org/drawingml/2006/main" noGrp="1"/>
          </p:cNvSpPr>
          <p:nvPr/>
        </p:nvSpPr>
        <p:spPr>
          <a:xfrm xmlns:a="http://schemas.openxmlformats.org/drawingml/2006/main">
            <a:off x="44005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6DA634AC-47C4-4B0F-8996-7C0C3699F74F}"/>
              </a:ext>
            </a:extLst>
          </p:cNvPr>
          <p:cNvSpPr>
            <a:spLocks xmlns:a="http://schemas.openxmlformats.org/drawingml/2006/main" noGrp="1"/>
          </p:cNvSpPr>
          <p:nvPr/>
        </p:nvSpPr>
        <p:spPr>
          <a:xfrm xmlns:a="http://schemas.openxmlformats.org/drawingml/2006/main">
            <a:off x="45529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5D8CEFA-CD7C-4CE1-A311-56FFEE75AC44}"/>
              </a:ext>
            </a:extLst>
          </p:cNvPr>
          <p:cNvSpPr>
            <a:spLocks xmlns:a="http://schemas.openxmlformats.org/drawingml/2006/main" noGrp="1"/>
          </p:cNvSpPr>
          <p:nvPr/>
        </p:nvSpPr>
        <p:spPr>
          <a:xfrm xmlns:a="http://schemas.openxmlformats.org/drawingml/2006/main">
            <a:off x="45529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90D710F2-2849-4881-92DD-79B4167BDCFF}"/>
              </a:ext>
            </a:extLst>
          </p:cNvPr>
          <p:cNvSpPr>
            <a:spLocks xmlns:a="http://schemas.openxmlformats.org/drawingml/2006/main" noGrp="1"/>
          </p:cNvSpPr>
          <p:nvPr/>
        </p:nvSpPr>
        <p:spPr>
          <a:xfrm xmlns:a="http://schemas.openxmlformats.org/drawingml/2006/main">
            <a:off x="49530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2" name="">
            <a:extLst xmlns:a="http://schemas.openxmlformats.org/drawingml/2006/main">
              <a:ext uri="{FF2B5EF4-FFF2-40B4-BE49-F238E27FC236}">
                <a16:creationId xmlns:a16="http://schemas.microsoft.com/office/drawing/2014/main" id="{9F145588-F66F-45DA-B787-1BB6A33623ED}"/>
              </a:ext>
            </a:extLst>
          </p:cNvPr>
          <p:cNvSpPr>
            <a:spLocks xmlns:a="http://schemas.openxmlformats.org/drawingml/2006/main" noGrp="1"/>
          </p:cNvSpPr>
          <p:nvPr/>
        </p:nvSpPr>
        <p:spPr>
          <a:xfrm xmlns:a="http://schemas.openxmlformats.org/drawingml/2006/main">
            <a:off x="49530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3" name="">
            <a:extLst xmlns:a="http://schemas.openxmlformats.org/drawingml/2006/main">
              <a:ext uri="{FF2B5EF4-FFF2-40B4-BE49-F238E27FC236}">
                <a16:creationId xmlns:a16="http://schemas.microsoft.com/office/drawing/2014/main" id="{03D41E65-B3D3-48C3-9325-66779DFE79A4}"/>
              </a:ext>
            </a:extLst>
          </p:cNvPr>
          <p:cNvSpPr>
            <a:spLocks xmlns:a="http://schemas.openxmlformats.org/drawingml/2006/main" noGrp="1"/>
          </p:cNvSpPr>
          <p:nvPr/>
        </p:nvSpPr>
        <p:spPr>
          <a:xfrm xmlns:a="http://schemas.openxmlformats.org/drawingml/2006/main">
            <a:off x="45720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4" name="">
            <a:extLst xmlns:a="http://schemas.openxmlformats.org/drawingml/2006/main">
              <a:ext uri="{FF2B5EF4-FFF2-40B4-BE49-F238E27FC236}">
                <a16:creationId xmlns:a16="http://schemas.microsoft.com/office/drawing/2014/main" id="{03CBFDFF-033A-406E-B8B5-CEB049DD1C36}"/>
              </a:ext>
            </a:extLst>
          </p:cNvPr>
          <p:cNvSpPr>
            <a:spLocks xmlns:a="http://schemas.openxmlformats.org/drawingml/2006/main" noGrp="1"/>
          </p:cNvSpPr>
          <p:nvPr/>
        </p:nvSpPr>
        <p:spPr>
          <a:xfrm xmlns:a="http://schemas.openxmlformats.org/drawingml/2006/main" rot="0">
            <a:off x="77152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F4225BE-E7FD-45CE-9E54-E5218B029138}"/>
              </a:ext>
            </a:extLst>
          </p:cNvPr>
          <p:cNvSpPr>
            <a:spLocks xmlns:a="http://schemas.openxmlformats.org/drawingml/2006/main" noGrp="1"/>
          </p:cNvSpPr>
          <p:nvPr/>
        </p:nvSpPr>
        <p:spPr>
          <a:xfrm xmlns:a="http://schemas.openxmlformats.org/drawingml/2006/main" rot="5400000">
            <a:off x="79724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44B974E-331C-48BB-BBE9-9CF6CF1DE216}"/>
              </a:ext>
            </a:extLst>
          </p:cNvPr>
          <p:cNvSpPr>
            <a:spLocks xmlns:a="http://schemas.openxmlformats.org/drawingml/2006/main" noGrp="1"/>
          </p:cNvSpPr>
          <p:nvPr/>
        </p:nvSpPr>
        <p:spPr>
          <a:xfrm xmlns:a="http://schemas.openxmlformats.org/drawingml/2006/main">
            <a:off x="8134350" y="158115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27" name="">
            <a:extLst xmlns:a="http://schemas.openxmlformats.org/drawingml/2006/main">
              <a:ext uri="{FF2B5EF4-FFF2-40B4-BE49-F238E27FC236}">
                <a16:creationId xmlns:a16="http://schemas.microsoft.com/office/drawing/2014/main" id="{90E8EF3C-818C-4CFF-8E61-2AAAE16C9C9C}"/>
              </a:ext>
            </a:extLst>
          </p:cNvPr>
          <p:cNvSpPr>
            <a:spLocks xmlns:a="http://schemas.openxmlformats.org/drawingml/2006/main" noGrp="1"/>
          </p:cNvSpPr>
          <p:nvPr/>
        </p:nvSpPr>
        <p:spPr>
          <a:xfrm xmlns:a="http://schemas.openxmlformats.org/drawingml/2006/main">
            <a:off x="82867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BD589E2-9390-4000-AB6B-4C9B6B5F1B9B}"/>
              </a:ext>
            </a:extLst>
          </p:cNvPr>
          <p:cNvSpPr>
            <a:spLocks xmlns:a="http://schemas.openxmlformats.org/drawingml/2006/main" noGrp="1"/>
          </p:cNvSpPr>
          <p:nvPr/>
        </p:nvSpPr>
        <p:spPr>
          <a:xfrm xmlns:a="http://schemas.openxmlformats.org/drawingml/2006/main">
            <a:off x="82867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4A18E3F0-4D2D-4C0B-AC94-CBD9334090B0}"/>
              </a:ext>
            </a:extLst>
          </p:cNvPr>
          <p:cNvSpPr>
            <a:spLocks xmlns:a="http://schemas.openxmlformats.org/drawingml/2006/main" noGrp="1"/>
          </p:cNvSpPr>
          <p:nvPr/>
        </p:nvSpPr>
        <p:spPr>
          <a:xfrm xmlns:a="http://schemas.openxmlformats.org/drawingml/2006/main">
            <a:off x="86868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0" name="">
            <a:extLst xmlns:a="http://schemas.openxmlformats.org/drawingml/2006/main">
              <a:ext uri="{FF2B5EF4-FFF2-40B4-BE49-F238E27FC236}">
                <a16:creationId xmlns:a16="http://schemas.microsoft.com/office/drawing/2014/main" id="{AD472773-5EBF-4D54-85B4-A5D421F1F790}"/>
              </a:ext>
            </a:extLst>
          </p:cNvPr>
          <p:cNvSpPr>
            <a:spLocks xmlns:a="http://schemas.openxmlformats.org/drawingml/2006/main" noGrp="1"/>
          </p:cNvSpPr>
          <p:nvPr/>
        </p:nvSpPr>
        <p:spPr>
          <a:xfrm xmlns:a="http://schemas.openxmlformats.org/drawingml/2006/main">
            <a:off x="86868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1" name="">
            <a:extLst xmlns:a="http://schemas.openxmlformats.org/drawingml/2006/main">
              <a:ext uri="{FF2B5EF4-FFF2-40B4-BE49-F238E27FC236}">
                <a16:creationId xmlns:a16="http://schemas.microsoft.com/office/drawing/2014/main" id="{617199D1-C9F1-47AC-9A7B-19C05CE2CEA2}"/>
              </a:ext>
            </a:extLst>
          </p:cNvPr>
          <p:cNvSpPr>
            <a:spLocks xmlns:a="http://schemas.openxmlformats.org/drawingml/2006/main" noGrp="1"/>
          </p:cNvSpPr>
          <p:nvPr/>
        </p:nvSpPr>
        <p:spPr>
          <a:xfrm xmlns:a="http://schemas.openxmlformats.org/drawingml/2006/main">
            <a:off x="83058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2" name="">
            <a:extLst xmlns:a="http://schemas.openxmlformats.org/drawingml/2006/main">
              <a:ext uri="{FF2B5EF4-FFF2-40B4-BE49-F238E27FC236}">
                <a16:creationId xmlns:a16="http://schemas.microsoft.com/office/drawing/2014/main" id="{1D531012-2143-4B96-BD50-9677614D73D4}"/>
              </a:ext>
            </a:extLst>
          </p:cNvPr>
          <p:cNvSpPr>
            <a:spLocks xmlns:a="http://schemas.openxmlformats.org/drawingml/2006/main" noGrp="1"/>
          </p:cNvSpPr>
          <p:nvPr/>
        </p:nvSpPr>
        <p:spPr>
          <a:xfrm xmlns:a="http://schemas.openxmlformats.org/drawingml/2006/main">
            <a:off x="6667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33" name="">
            <a:extLst xmlns:a="http://schemas.openxmlformats.org/drawingml/2006/main">
              <a:ext uri="{FF2B5EF4-FFF2-40B4-BE49-F238E27FC236}">
                <a16:creationId xmlns:a16="http://schemas.microsoft.com/office/drawing/2014/main" id="{A0EF2C5E-B928-47B8-97C6-AE685992D86C}"/>
              </a:ext>
            </a:extLst>
          </p:cNvPr>
          <p:cNvSpPr>
            <a:spLocks xmlns:a="http://schemas.openxmlformats.org/drawingml/2006/main" noGrp="1"/>
          </p:cNvSpPr>
          <p:nvPr/>
        </p:nvSpPr>
        <p:spPr>
          <a:xfrm xmlns:a="http://schemas.openxmlformats.org/drawingml/2006/main">
            <a:off x="8191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096891B-C6BD-4A74-9381-7CCC6577D5B7}"/>
              </a:ext>
            </a:extLst>
          </p:cNvPr>
          <p:cNvSpPr>
            <a:spLocks xmlns:a="http://schemas.openxmlformats.org/drawingml/2006/main" noGrp="1"/>
          </p:cNvSpPr>
          <p:nvPr/>
        </p:nvSpPr>
        <p:spPr>
          <a:xfrm xmlns:a="http://schemas.openxmlformats.org/drawingml/2006/main">
            <a:off x="8191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5" name="">
            <a:extLst xmlns:a="http://schemas.openxmlformats.org/drawingml/2006/main">
              <a:ext uri="{FF2B5EF4-FFF2-40B4-BE49-F238E27FC236}">
                <a16:creationId xmlns:a16="http://schemas.microsoft.com/office/drawing/2014/main" id="{908B668D-B11D-4D04-B4DB-CF8DD0B5F09C}"/>
              </a:ext>
            </a:extLst>
          </p:cNvPr>
          <p:cNvSpPr>
            <a:spLocks xmlns:a="http://schemas.openxmlformats.org/drawingml/2006/main" noGrp="1"/>
          </p:cNvSpPr>
          <p:nvPr/>
        </p:nvSpPr>
        <p:spPr>
          <a:xfrm xmlns:a="http://schemas.openxmlformats.org/drawingml/2006/main">
            <a:off x="12192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6" name="">
            <a:extLst xmlns:a="http://schemas.openxmlformats.org/drawingml/2006/main">
              <a:ext uri="{FF2B5EF4-FFF2-40B4-BE49-F238E27FC236}">
                <a16:creationId xmlns:a16="http://schemas.microsoft.com/office/drawing/2014/main" id="{49A688C8-A7E0-484A-8773-834DDD4B9B55}"/>
              </a:ext>
            </a:extLst>
          </p:cNvPr>
          <p:cNvSpPr>
            <a:spLocks xmlns:a="http://schemas.openxmlformats.org/drawingml/2006/main" noGrp="1"/>
          </p:cNvSpPr>
          <p:nvPr/>
        </p:nvSpPr>
        <p:spPr>
          <a:xfrm xmlns:a="http://schemas.openxmlformats.org/drawingml/2006/main">
            <a:off x="12192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7" name="">
            <a:extLst xmlns:a="http://schemas.openxmlformats.org/drawingml/2006/main">
              <a:ext uri="{FF2B5EF4-FFF2-40B4-BE49-F238E27FC236}">
                <a16:creationId xmlns:a16="http://schemas.microsoft.com/office/drawing/2014/main" id="{8E1D9D02-EE2D-4AE1-96EF-2EBBA3D5660E}"/>
              </a:ext>
            </a:extLst>
          </p:cNvPr>
          <p:cNvSpPr>
            <a:spLocks xmlns:a="http://schemas.openxmlformats.org/drawingml/2006/main" noGrp="1"/>
          </p:cNvSpPr>
          <p:nvPr/>
        </p:nvSpPr>
        <p:spPr>
          <a:xfrm xmlns:a="http://schemas.openxmlformats.org/drawingml/2006/main">
            <a:off x="8382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8" name="">
            <a:extLst xmlns:a="http://schemas.openxmlformats.org/drawingml/2006/main">
              <a:ext uri="{FF2B5EF4-FFF2-40B4-BE49-F238E27FC236}">
                <a16:creationId xmlns:a16="http://schemas.microsoft.com/office/drawing/2014/main" id="{598F0E24-81CC-4B7D-868E-35AE3F809C02}"/>
              </a:ext>
            </a:extLst>
          </p:cNvPr>
          <p:cNvSpPr>
            <a:spLocks xmlns:a="http://schemas.openxmlformats.org/drawingml/2006/main" noGrp="1"/>
          </p:cNvSpPr>
          <p:nvPr/>
        </p:nvSpPr>
        <p:spPr>
          <a:xfrm xmlns:a="http://schemas.openxmlformats.org/drawingml/2006/main" rot="0">
            <a:off x="39814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7169806B-4622-423A-9425-05A7D6D0B3BB}"/>
              </a:ext>
            </a:extLst>
          </p:cNvPr>
          <p:cNvSpPr>
            <a:spLocks xmlns:a="http://schemas.openxmlformats.org/drawingml/2006/main" noGrp="1"/>
          </p:cNvSpPr>
          <p:nvPr/>
        </p:nvSpPr>
        <p:spPr>
          <a:xfrm xmlns:a="http://schemas.openxmlformats.org/drawingml/2006/main" rot="5400000">
            <a:off x="42386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488FEFD-B95C-43F9-ACFD-DA3CE2D9D92B}"/>
              </a:ext>
            </a:extLst>
          </p:cNvPr>
          <p:cNvSpPr>
            <a:spLocks xmlns:a="http://schemas.openxmlformats.org/drawingml/2006/main" noGrp="1"/>
          </p:cNvSpPr>
          <p:nvPr/>
        </p:nvSpPr>
        <p:spPr>
          <a:xfrm xmlns:a="http://schemas.openxmlformats.org/drawingml/2006/main">
            <a:off x="44005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1" name="">
            <a:extLst xmlns:a="http://schemas.openxmlformats.org/drawingml/2006/main">
              <a:ext uri="{FF2B5EF4-FFF2-40B4-BE49-F238E27FC236}">
                <a16:creationId xmlns:a16="http://schemas.microsoft.com/office/drawing/2014/main" id="{2CB1F8C0-5729-436C-806C-84F854D2B6A1}"/>
              </a:ext>
            </a:extLst>
          </p:cNvPr>
          <p:cNvSpPr>
            <a:spLocks xmlns:a="http://schemas.openxmlformats.org/drawingml/2006/main" noGrp="1"/>
          </p:cNvSpPr>
          <p:nvPr/>
        </p:nvSpPr>
        <p:spPr>
          <a:xfrm xmlns:a="http://schemas.openxmlformats.org/drawingml/2006/main">
            <a:off x="45529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276B412-69D6-4A69-A4F7-F563A89EDBCC}"/>
              </a:ext>
            </a:extLst>
          </p:cNvPr>
          <p:cNvSpPr>
            <a:spLocks xmlns:a="http://schemas.openxmlformats.org/drawingml/2006/main" noGrp="1"/>
          </p:cNvSpPr>
          <p:nvPr/>
        </p:nvSpPr>
        <p:spPr>
          <a:xfrm xmlns:a="http://schemas.openxmlformats.org/drawingml/2006/main">
            <a:off x="45529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3" name="">
            <a:extLst xmlns:a="http://schemas.openxmlformats.org/drawingml/2006/main">
              <a:ext uri="{FF2B5EF4-FFF2-40B4-BE49-F238E27FC236}">
                <a16:creationId xmlns:a16="http://schemas.microsoft.com/office/drawing/2014/main" id="{7217C312-06F7-47B3-82CD-5B81399CD40D}"/>
              </a:ext>
            </a:extLst>
          </p:cNvPr>
          <p:cNvSpPr>
            <a:spLocks xmlns:a="http://schemas.openxmlformats.org/drawingml/2006/main" noGrp="1"/>
          </p:cNvSpPr>
          <p:nvPr/>
        </p:nvSpPr>
        <p:spPr>
          <a:xfrm xmlns:a="http://schemas.openxmlformats.org/drawingml/2006/main">
            <a:off x="49530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4" name="">
            <a:extLst xmlns:a="http://schemas.openxmlformats.org/drawingml/2006/main">
              <a:ext uri="{FF2B5EF4-FFF2-40B4-BE49-F238E27FC236}">
                <a16:creationId xmlns:a16="http://schemas.microsoft.com/office/drawing/2014/main" id="{B4831EC7-BE96-4ACA-8988-CBBFDDFF2197}"/>
              </a:ext>
            </a:extLst>
          </p:cNvPr>
          <p:cNvSpPr>
            <a:spLocks xmlns:a="http://schemas.openxmlformats.org/drawingml/2006/main" noGrp="1"/>
          </p:cNvSpPr>
          <p:nvPr/>
        </p:nvSpPr>
        <p:spPr>
          <a:xfrm xmlns:a="http://schemas.openxmlformats.org/drawingml/2006/main">
            <a:off x="49530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5" name="">
            <a:extLst xmlns:a="http://schemas.openxmlformats.org/drawingml/2006/main">
              <a:ext uri="{FF2B5EF4-FFF2-40B4-BE49-F238E27FC236}">
                <a16:creationId xmlns:a16="http://schemas.microsoft.com/office/drawing/2014/main" id="{4A81D82B-F6BC-4686-8AD4-DC2B6EED6E4F}"/>
              </a:ext>
            </a:extLst>
          </p:cNvPr>
          <p:cNvSpPr>
            <a:spLocks xmlns:a="http://schemas.openxmlformats.org/drawingml/2006/main" noGrp="1"/>
          </p:cNvSpPr>
          <p:nvPr/>
        </p:nvSpPr>
        <p:spPr>
          <a:xfrm xmlns:a="http://schemas.openxmlformats.org/drawingml/2006/main">
            <a:off x="45720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6" name="">
            <a:extLst xmlns:a="http://schemas.openxmlformats.org/drawingml/2006/main">
              <a:ext uri="{FF2B5EF4-FFF2-40B4-BE49-F238E27FC236}">
                <a16:creationId xmlns:a16="http://schemas.microsoft.com/office/drawing/2014/main" id="{03807480-E639-4A13-8E08-62EC5BDEAD91}"/>
              </a:ext>
            </a:extLst>
          </p:cNvPr>
          <p:cNvSpPr>
            <a:spLocks xmlns:a="http://schemas.openxmlformats.org/drawingml/2006/main" noGrp="1"/>
          </p:cNvSpPr>
          <p:nvPr/>
        </p:nvSpPr>
        <p:spPr>
          <a:xfrm xmlns:a="http://schemas.openxmlformats.org/drawingml/2006/main" rot="0">
            <a:off x="77152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2235E338-28A2-42BE-B670-09A28F3B9928}"/>
              </a:ext>
            </a:extLst>
          </p:cNvPr>
          <p:cNvSpPr>
            <a:spLocks xmlns:a="http://schemas.openxmlformats.org/drawingml/2006/main" noGrp="1"/>
          </p:cNvSpPr>
          <p:nvPr/>
        </p:nvSpPr>
        <p:spPr>
          <a:xfrm xmlns:a="http://schemas.openxmlformats.org/drawingml/2006/main" rot="5400000">
            <a:off x="79724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E2388EA8-8E83-4EAD-B9C9-915F6BC463FC}"/>
              </a:ext>
            </a:extLst>
          </p:cNvPr>
          <p:cNvSpPr>
            <a:spLocks xmlns:a="http://schemas.openxmlformats.org/drawingml/2006/main" noGrp="1"/>
          </p:cNvSpPr>
          <p:nvPr/>
        </p:nvSpPr>
        <p:spPr>
          <a:xfrm xmlns:a="http://schemas.openxmlformats.org/drawingml/2006/main">
            <a:off x="81343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9" name="">
            <a:extLst xmlns:a="http://schemas.openxmlformats.org/drawingml/2006/main">
              <a:ext uri="{FF2B5EF4-FFF2-40B4-BE49-F238E27FC236}">
                <a16:creationId xmlns:a16="http://schemas.microsoft.com/office/drawing/2014/main" id="{3AC51169-DE0E-47E7-80FE-BD9BB791C5B6}"/>
              </a:ext>
            </a:extLst>
          </p:cNvPr>
          <p:cNvSpPr>
            <a:spLocks xmlns:a="http://schemas.openxmlformats.org/drawingml/2006/main" noGrp="1"/>
          </p:cNvSpPr>
          <p:nvPr/>
        </p:nvSpPr>
        <p:spPr>
          <a:xfrm xmlns:a="http://schemas.openxmlformats.org/drawingml/2006/main">
            <a:off x="82867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4742FA35-84EF-40D5-8721-1D5411B1D9BD}"/>
              </a:ext>
            </a:extLst>
          </p:cNvPr>
          <p:cNvSpPr>
            <a:spLocks xmlns:a="http://schemas.openxmlformats.org/drawingml/2006/main" noGrp="1"/>
          </p:cNvSpPr>
          <p:nvPr/>
        </p:nvSpPr>
        <p:spPr>
          <a:xfrm xmlns:a="http://schemas.openxmlformats.org/drawingml/2006/main">
            <a:off x="82867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1" name="">
            <a:extLst xmlns:a="http://schemas.openxmlformats.org/drawingml/2006/main">
              <a:ext uri="{FF2B5EF4-FFF2-40B4-BE49-F238E27FC236}">
                <a16:creationId xmlns:a16="http://schemas.microsoft.com/office/drawing/2014/main" id="{BCDA8F25-904D-4740-99ED-FA5E797CA1AA}"/>
              </a:ext>
            </a:extLst>
          </p:cNvPr>
          <p:cNvSpPr>
            <a:spLocks xmlns:a="http://schemas.openxmlformats.org/drawingml/2006/main" noGrp="1"/>
          </p:cNvSpPr>
          <p:nvPr/>
        </p:nvSpPr>
        <p:spPr>
          <a:xfrm xmlns:a="http://schemas.openxmlformats.org/drawingml/2006/main">
            <a:off x="86868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2" name="">
            <a:extLst xmlns:a="http://schemas.openxmlformats.org/drawingml/2006/main">
              <a:ext uri="{FF2B5EF4-FFF2-40B4-BE49-F238E27FC236}">
                <a16:creationId xmlns:a16="http://schemas.microsoft.com/office/drawing/2014/main" id="{D1699DF5-D8CE-42A3-AE84-9FE9D51E400A}"/>
              </a:ext>
            </a:extLst>
          </p:cNvPr>
          <p:cNvSpPr>
            <a:spLocks xmlns:a="http://schemas.openxmlformats.org/drawingml/2006/main" noGrp="1"/>
          </p:cNvSpPr>
          <p:nvPr/>
        </p:nvSpPr>
        <p:spPr>
          <a:xfrm xmlns:a="http://schemas.openxmlformats.org/drawingml/2006/main">
            <a:off x="86868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3" name="">
            <a:extLst xmlns:a="http://schemas.openxmlformats.org/drawingml/2006/main">
              <a:ext uri="{FF2B5EF4-FFF2-40B4-BE49-F238E27FC236}">
                <a16:creationId xmlns:a16="http://schemas.microsoft.com/office/drawing/2014/main" id="{11B128F3-A810-4F73-886D-2A36E5C6F4F5}"/>
              </a:ext>
            </a:extLst>
          </p:cNvPr>
          <p:cNvSpPr>
            <a:spLocks xmlns:a="http://schemas.openxmlformats.org/drawingml/2006/main" noGrp="1"/>
          </p:cNvSpPr>
          <p:nvPr/>
        </p:nvSpPr>
        <p:spPr>
          <a:xfrm xmlns:a="http://schemas.openxmlformats.org/drawingml/2006/main">
            <a:off x="83058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4" name="">
            <a:extLst xmlns:a="http://schemas.openxmlformats.org/drawingml/2006/main">
              <a:ext uri="{FF2B5EF4-FFF2-40B4-BE49-F238E27FC236}">
                <a16:creationId xmlns:a16="http://schemas.microsoft.com/office/drawing/2014/main" id="{BC78D11B-C66D-40EA-BE8D-DAD3F686AC10}"/>
              </a:ext>
            </a:extLst>
          </p:cNvPr>
          <p:cNvSpPr>
            <a:spLocks xmlns:a="http://schemas.openxmlformats.org/drawingml/2006/main" noGrp="1"/>
          </p:cNvSpPr>
          <p:nvPr/>
        </p:nvSpPr>
        <p:spPr>
          <a:xfrm xmlns:a="http://schemas.openxmlformats.org/drawingml/2006/main">
            <a:off x="6667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55" name="">
            <a:extLst xmlns:a="http://schemas.openxmlformats.org/drawingml/2006/main">
              <a:ext uri="{FF2B5EF4-FFF2-40B4-BE49-F238E27FC236}">
                <a16:creationId xmlns:a16="http://schemas.microsoft.com/office/drawing/2014/main" id="{ACD73F21-EED0-4AD8-8E73-56019053E7E0}"/>
              </a:ext>
            </a:extLst>
          </p:cNvPr>
          <p:cNvSpPr>
            <a:spLocks xmlns:a="http://schemas.openxmlformats.org/drawingml/2006/main" noGrp="1"/>
          </p:cNvSpPr>
          <p:nvPr/>
        </p:nvSpPr>
        <p:spPr>
          <a:xfrm xmlns:a="http://schemas.openxmlformats.org/drawingml/2006/main">
            <a:off x="8191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5B38E09D-5A32-48BE-A6B1-6D7BC46D8BEA}"/>
              </a:ext>
            </a:extLst>
          </p:cNvPr>
          <p:cNvSpPr>
            <a:spLocks xmlns:a="http://schemas.openxmlformats.org/drawingml/2006/main" noGrp="1"/>
          </p:cNvSpPr>
          <p:nvPr/>
        </p:nvSpPr>
        <p:spPr>
          <a:xfrm xmlns:a="http://schemas.openxmlformats.org/drawingml/2006/main">
            <a:off x="8191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7" name="">
            <a:extLst xmlns:a="http://schemas.openxmlformats.org/drawingml/2006/main">
              <a:ext uri="{FF2B5EF4-FFF2-40B4-BE49-F238E27FC236}">
                <a16:creationId xmlns:a16="http://schemas.microsoft.com/office/drawing/2014/main" id="{E1C31AC9-4A47-4709-85E0-18736B4F52DE}"/>
              </a:ext>
            </a:extLst>
          </p:cNvPr>
          <p:cNvSpPr>
            <a:spLocks xmlns:a="http://schemas.openxmlformats.org/drawingml/2006/main" noGrp="1"/>
          </p:cNvSpPr>
          <p:nvPr/>
        </p:nvSpPr>
        <p:spPr>
          <a:xfrm xmlns:a="http://schemas.openxmlformats.org/drawingml/2006/main">
            <a:off x="12192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8" name="">
            <a:extLst xmlns:a="http://schemas.openxmlformats.org/drawingml/2006/main">
              <a:ext uri="{FF2B5EF4-FFF2-40B4-BE49-F238E27FC236}">
                <a16:creationId xmlns:a16="http://schemas.microsoft.com/office/drawing/2014/main" id="{78CE4067-958F-4A47-B6CA-64CA34E0E5AA}"/>
              </a:ext>
            </a:extLst>
          </p:cNvPr>
          <p:cNvSpPr>
            <a:spLocks xmlns:a="http://schemas.openxmlformats.org/drawingml/2006/main" noGrp="1"/>
          </p:cNvSpPr>
          <p:nvPr/>
        </p:nvSpPr>
        <p:spPr>
          <a:xfrm xmlns:a="http://schemas.openxmlformats.org/drawingml/2006/main">
            <a:off x="12192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59" name="">
            <a:extLst xmlns:a="http://schemas.openxmlformats.org/drawingml/2006/main">
              <a:ext uri="{FF2B5EF4-FFF2-40B4-BE49-F238E27FC236}">
                <a16:creationId xmlns:a16="http://schemas.microsoft.com/office/drawing/2014/main" id="{5678F188-A8CB-478A-86D3-05DBBFFF07F1}"/>
              </a:ext>
            </a:extLst>
          </p:cNvPr>
          <p:cNvSpPr>
            <a:spLocks xmlns:a="http://schemas.openxmlformats.org/drawingml/2006/main" noGrp="1"/>
          </p:cNvSpPr>
          <p:nvPr/>
        </p:nvSpPr>
        <p:spPr>
          <a:xfrm xmlns:a="http://schemas.openxmlformats.org/drawingml/2006/main">
            <a:off x="8382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0" name="">
            <a:extLst xmlns:a="http://schemas.openxmlformats.org/drawingml/2006/main">
              <a:ext uri="{FF2B5EF4-FFF2-40B4-BE49-F238E27FC236}">
                <a16:creationId xmlns:a16="http://schemas.microsoft.com/office/drawing/2014/main" id="{BA14A9F0-935A-4B10-8250-7682C8C1E253}"/>
              </a:ext>
            </a:extLst>
          </p:cNvPr>
          <p:cNvSpPr>
            <a:spLocks xmlns:a="http://schemas.openxmlformats.org/drawingml/2006/main" noGrp="1"/>
          </p:cNvSpPr>
          <p:nvPr/>
        </p:nvSpPr>
        <p:spPr>
          <a:xfrm xmlns:a="http://schemas.openxmlformats.org/drawingml/2006/main" rot="0">
            <a:off x="39814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3BCC2EF8-7AC8-4E9D-881D-F278D0479009}"/>
              </a:ext>
            </a:extLst>
          </p:cNvPr>
          <p:cNvSpPr>
            <a:spLocks xmlns:a="http://schemas.openxmlformats.org/drawingml/2006/main" noGrp="1"/>
          </p:cNvSpPr>
          <p:nvPr/>
        </p:nvSpPr>
        <p:spPr>
          <a:xfrm xmlns:a="http://schemas.openxmlformats.org/drawingml/2006/main" rot="5400000">
            <a:off x="42386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D9C24569-E7DF-4A56-8F4C-1306E542776F}"/>
              </a:ext>
            </a:extLst>
          </p:cNvPr>
          <p:cNvSpPr>
            <a:spLocks xmlns:a="http://schemas.openxmlformats.org/drawingml/2006/main" noGrp="1"/>
          </p:cNvSpPr>
          <p:nvPr/>
        </p:nvSpPr>
        <p:spPr>
          <a:xfrm xmlns:a="http://schemas.openxmlformats.org/drawingml/2006/main">
            <a:off x="4400550" y="4591050"/>
            <a:ext cx="3276600" cy="1066800"/>
          </a:xfrm>
          <a:prstGeom xmlns:a="http://schemas.openxmlformats.org/drawingml/2006/main" prst="roundRect">
            <a:avLst>
              <a:gd name="adj" fmla="val 7143"/>
            </a:avLst>
          </a:prstGeom>
          <a:solidFill xmlns:a="http://schemas.openxmlformats.org/drawingml/2006/main">
            <a:srgbClr val="EAF7EF"/>
          </a:solidFill>
          <a:ln xmlns:a="http://schemas.openxmlformats.org/drawingml/2006/main" w="9525">
            <a:solidFill>
              <a:srgbClr val="D8DEE8"/>
            </a:solidFill>
            <a:prstDash val="solid"/>
          </a:ln>
        </p:spPr>
      </p:sp>
      <p:sp>
        <p:nvSpPr>
          <p:cNvPr id="63" name="">
            <a:extLst xmlns:a="http://schemas.openxmlformats.org/drawingml/2006/main">
              <a:ext uri="{FF2B5EF4-FFF2-40B4-BE49-F238E27FC236}">
                <a16:creationId xmlns:a16="http://schemas.microsoft.com/office/drawing/2014/main" id="{7BE10E29-B4F6-4D77-AA46-1048B3FE1E3A}"/>
              </a:ext>
            </a:extLst>
          </p:cNvPr>
          <p:cNvSpPr>
            <a:spLocks xmlns:a="http://schemas.openxmlformats.org/drawingml/2006/main" noGrp="1"/>
          </p:cNvSpPr>
          <p:nvPr/>
        </p:nvSpPr>
        <p:spPr>
          <a:xfrm xmlns:a="http://schemas.openxmlformats.org/drawingml/2006/main">
            <a:off x="45529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7D3B552F-4908-4830-BF07-234812144910}"/>
              </a:ext>
            </a:extLst>
          </p:cNvPr>
          <p:cNvSpPr>
            <a:spLocks xmlns:a="http://schemas.openxmlformats.org/drawingml/2006/main" noGrp="1"/>
          </p:cNvSpPr>
          <p:nvPr/>
        </p:nvSpPr>
        <p:spPr>
          <a:xfrm xmlns:a="http://schemas.openxmlformats.org/drawingml/2006/main">
            <a:off x="45529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5" name="">
            <a:extLst xmlns:a="http://schemas.openxmlformats.org/drawingml/2006/main">
              <a:ext uri="{FF2B5EF4-FFF2-40B4-BE49-F238E27FC236}">
                <a16:creationId xmlns:a16="http://schemas.microsoft.com/office/drawing/2014/main" id="{FCF38AA9-8F85-4115-A420-AB62F2750111}"/>
              </a:ext>
            </a:extLst>
          </p:cNvPr>
          <p:cNvSpPr>
            <a:spLocks xmlns:a="http://schemas.openxmlformats.org/drawingml/2006/main" noGrp="1"/>
          </p:cNvSpPr>
          <p:nvPr/>
        </p:nvSpPr>
        <p:spPr>
          <a:xfrm xmlns:a="http://schemas.openxmlformats.org/drawingml/2006/main">
            <a:off x="49530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6" name="">
            <a:extLst xmlns:a="http://schemas.openxmlformats.org/drawingml/2006/main">
              <a:ext uri="{FF2B5EF4-FFF2-40B4-BE49-F238E27FC236}">
                <a16:creationId xmlns:a16="http://schemas.microsoft.com/office/drawing/2014/main" id="{233AB918-79D6-4C3E-917E-5F33C7629E59}"/>
              </a:ext>
            </a:extLst>
          </p:cNvPr>
          <p:cNvSpPr>
            <a:spLocks xmlns:a="http://schemas.openxmlformats.org/drawingml/2006/main" noGrp="1"/>
          </p:cNvSpPr>
          <p:nvPr/>
        </p:nvSpPr>
        <p:spPr>
          <a:xfrm xmlns:a="http://schemas.openxmlformats.org/drawingml/2006/main">
            <a:off x="49530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7" name="">
            <a:extLst xmlns:a="http://schemas.openxmlformats.org/drawingml/2006/main">
              <a:ext uri="{FF2B5EF4-FFF2-40B4-BE49-F238E27FC236}">
                <a16:creationId xmlns:a16="http://schemas.microsoft.com/office/drawing/2014/main" id="{D1DB697C-929D-448D-A88B-7A2894CA32FD}"/>
              </a:ext>
            </a:extLst>
          </p:cNvPr>
          <p:cNvSpPr>
            <a:spLocks xmlns:a="http://schemas.openxmlformats.org/drawingml/2006/main" noGrp="1"/>
          </p:cNvSpPr>
          <p:nvPr/>
        </p:nvSpPr>
        <p:spPr>
          <a:xfrm xmlns:a="http://schemas.openxmlformats.org/drawingml/2006/main">
            <a:off x="45720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8" name="">
            <a:extLst xmlns:a="http://schemas.openxmlformats.org/drawingml/2006/main">
              <a:ext uri="{FF2B5EF4-FFF2-40B4-BE49-F238E27FC236}">
                <a16:creationId xmlns:a16="http://schemas.microsoft.com/office/drawing/2014/main" id="{65B5AE4B-E26C-404B-B0C8-2D275F2882BA}"/>
              </a:ext>
            </a:extLst>
          </p:cNvPr>
          <p:cNvSpPr>
            <a:spLocks xmlns:a="http://schemas.openxmlformats.org/drawingml/2006/main" noGrp="1"/>
          </p:cNvSpPr>
          <p:nvPr/>
        </p:nvSpPr>
        <p:spPr>
          <a:xfrm xmlns:a="http://schemas.openxmlformats.org/drawingml/2006/main" rot="0">
            <a:off x="77152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67C0C469-4EA1-49BD-87F6-E2ADDBD445BF}"/>
              </a:ext>
            </a:extLst>
          </p:cNvPr>
          <p:cNvSpPr>
            <a:spLocks xmlns:a="http://schemas.openxmlformats.org/drawingml/2006/main" noGrp="1"/>
          </p:cNvSpPr>
          <p:nvPr/>
        </p:nvSpPr>
        <p:spPr>
          <a:xfrm xmlns:a="http://schemas.openxmlformats.org/drawingml/2006/main" rot="5400000">
            <a:off x="79724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A3F79D12-C26E-42AD-B7A4-4D327F29EE75}"/>
              </a:ext>
            </a:extLst>
          </p:cNvPr>
          <p:cNvSpPr>
            <a:spLocks xmlns:a="http://schemas.openxmlformats.org/drawingml/2006/main" noGrp="1"/>
          </p:cNvSpPr>
          <p:nvPr/>
        </p:nvSpPr>
        <p:spPr>
          <a:xfrm xmlns:a="http://schemas.openxmlformats.org/drawingml/2006/main">
            <a:off x="81343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71" name="">
            <a:extLst xmlns:a="http://schemas.openxmlformats.org/drawingml/2006/main">
              <a:ext uri="{FF2B5EF4-FFF2-40B4-BE49-F238E27FC236}">
                <a16:creationId xmlns:a16="http://schemas.microsoft.com/office/drawing/2014/main" id="{0C99E372-3AE4-4826-AB06-8758AEC8A420}"/>
              </a:ext>
            </a:extLst>
          </p:cNvPr>
          <p:cNvSpPr>
            <a:spLocks xmlns:a="http://schemas.openxmlformats.org/drawingml/2006/main" noGrp="1"/>
          </p:cNvSpPr>
          <p:nvPr/>
        </p:nvSpPr>
        <p:spPr>
          <a:xfrm xmlns:a="http://schemas.openxmlformats.org/drawingml/2006/main">
            <a:off x="82867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6F0BDF31-AD8D-4B12-A573-CA4D9EE70E3B}"/>
              </a:ext>
            </a:extLst>
          </p:cNvPr>
          <p:cNvSpPr>
            <a:spLocks xmlns:a="http://schemas.openxmlformats.org/drawingml/2006/main" noGrp="1"/>
          </p:cNvSpPr>
          <p:nvPr/>
        </p:nvSpPr>
        <p:spPr>
          <a:xfrm xmlns:a="http://schemas.openxmlformats.org/drawingml/2006/main">
            <a:off x="82867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3" name="">
            <a:extLst xmlns:a="http://schemas.openxmlformats.org/drawingml/2006/main">
              <a:ext uri="{FF2B5EF4-FFF2-40B4-BE49-F238E27FC236}">
                <a16:creationId xmlns:a16="http://schemas.microsoft.com/office/drawing/2014/main" id="{FEC3732E-BBE3-4E0F-B4DF-1AA65554A998}"/>
              </a:ext>
            </a:extLst>
          </p:cNvPr>
          <p:cNvSpPr>
            <a:spLocks xmlns:a="http://schemas.openxmlformats.org/drawingml/2006/main" noGrp="1"/>
          </p:cNvSpPr>
          <p:nvPr/>
        </p:nvSpPr>
        <p:spPr>
          <a:xfrm xmlns:a="http://schemas.openxmlformats.org/drawingml/2006/main">
            <a:off x="86868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4" name="">
            <a:extLst xmlns:a="http://schemas.openxmlformats.org/drawingml/2006/main">
              <a:ext uri="{FF2B5EF4-FFF2-40B4-BE49-F238E27FC236}">
                <a16:creationId xmlns:a16="http://schemas.microsoft.com/office/drawing/2014/main" id="{63ED352F-EDFE-476B-8DF4-EBB5AF497F14}"/>
              </a:ext>
            </a:extLst>
          </p:cNvPr>
          <p:cNvSpPr>
            <a:spLocks xmlns:a="http://schemas.openxmlformats.org/drawingml/2006/main" noGrp="1"/>
          </p:cNvSpPr>
          <p:nvPr/>
        </p:nvSpPr>
        <p:spPr>
          <a:xfrm xmlns:a="http://schemas.openxmlformats.org/drawingml/2006/main">
            <a:off x="86868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5" name="">
            <a:extLst xmlns:a="http://schemas.openxmlformats.org/drawingml/2006/main">
              <a:ext uri="{FF2B5EF4-FFF2-40B4-BE49-F238E27FC236}">
                <a16:creationId xmlns:a16="http://schemas.microsoft.com/office/drawing/2014/main" id="{E8BDDE5E-ED80-4222-9FC5-59FB0DE54950}"/>
              </a:ext>
            </a:extLst>
          </p:cNvPr>
          <p:cNvSpPr>
            <a:spLocks xmlns:a="http://schemas.openxmlformats.org/drawingml/2006/main" noGrp="1"/>
          </p:cNvSpPr>
          <p:nvPr/>
        </p:nvSpPr>
        <p:spPr>
          <a:xfrm xmlns:a="http://schemas.openxmlformats.org/drawingml/2006/main">
            <a:off x="83058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xmlns:p14="http://schemas.microsoft.com/office/powerpoint/2010/main" val="1779923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03ED3B-BC23-4190-B11B-591794DDBE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9F15BD-B08D-4565-A66C-D10C75FF8A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268041-B7DB-4EDA-9F2E-8836E86551F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4" name="">
            <a:extLst xmlns:a="http://schemas.openxmlformats.org/drawingml/2006/main">
              <a:ext uri="{FF2B5EF4-FFF2-40B4-BE49-F238E27FC236}">
                <a16:creationId xmlns:a16="http://schemas.microsoft.com/office/drawing/2014/main" id="{28EF80F9-BA33-4EA7-80CD-E179D3555F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The analysis separates raw gene burden, curated modules, and longitudinal similarity</a:t>
            </a:r>
          </a:p>
        </p:txBody>
      </p:sp>
      <p:sp>
        <p:nvSpPr>
          <p:cNvPr id="5" name="">
            <a:extLst xmlns:a="http://schemas.openxmlformats.org/drawingml/2006/main">
              <a:ext uri="{FF2B5EF4-FFF2-40B4-BE49-F238E27FC236}">
                <a16:creationId xmlns:a16="http://schemas.microsoft.com/office/drawing/2014/main" id="{3432461F-908E-4294-9A70-14CBDE98944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6" name="">
            <a:extLst xmlns:a="http://schemas.openxmlformats.org/drawingml/2006/main">
              <a:ext uri="{FF2B5EF4-FFF2-40B4-BE49-F238E27FC236}">
                <a16:creationId xmlns:a16="http://schemas.microsoft.com/office/drawing/2014/main" id="{100B4883-152C-4C79-A2AF-4711819B148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CAFCA1E-9BC9-4AE5-9872-766738C4171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59C8A2A-8857-48CA-BF71-B49833F3DD0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27371AC-B0BF-4641-B179-79BA498B627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0" name="">
            <a:extLst xmlns:a="http://schemas.openxmlformats.org/drawingml/2006/main">
              <a:ext uri="{FF2B5EF4-FFF2-40B4-BE49-F238E27FC236}">
                <a16:creationId xmlns:a16="http://schemas.microsoft.com/office/drawing/2014/main" id="{570CD3BA-74CE-456F-8067-BDD53D9CD89A}"/>
              </a:ext>
            </a:extLst>
          </p:cNvPr>
          <p:cNvSpPr>
            <a:spLocks xmlns:a="http://schemas.openxmlformats.org/drawingml/2006/main" noGrp="1"/>
          </p:cNvSpPr>
          <p:nvPr/>
        </p:nvSpPr>
        <p:spPr>
          <a:xfrm xmlns:a="http://schemas.openxmlformats.org/drawingml/2006/main">
            <a:off x="704850" y="1752600"/>
            <a:ext cx="2667000" cy="1333500"/>
          </a:xfrm>
          <a:prstGeom xmlns:a="http://schemas.openxmlformats.org/drawingml/2006/main" prst="roundRect">
            <a:avLst>
              <a:gd name="adj" fmla="val 5714"/>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EFCCF72B-C6B6-4D89-B9ED-C5FB00C48C82}"/>
              </a:ext>
            </a:extLst>
          </p:cNvPr>
          <p:cNvSpPr>
            <a:spLocks xmlns:a="http://schemas.openxmlformats.org/drawingml/2006/main" noGrp="1"/>
          </p:cNvSpPr>
          <p:nvPr/>
        </p:nvSpPr>
        <p:spPr>
          <a:xfrm xmlns:a="http://schemas.openxmlformats.org/drawingml/2006/main">
            <a:off x="8763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2" name="">
            <a:extLst xmlns:a="http://schemas.openxmlformats.org/drawingml/2006/main">
              <a:ext uri="{FF2B5EF4-FFF2-40B4-BE49-F238E27FC236}">
                <a16:creationId xmlns:a16="http://schemas.microsoft.com/office/drawing/2014/main" id="{FFF378B0-8102-4824-B3C4-202E18CAE5C2}"/>
              </a:ext>
            </a:extLst>
          </p:cNvPr>
          <p:cNvSpPr>
            <a:spLocks xmlns:a="http://schemas.openxmlformats.org/drawingml/2006/main" noGrp="1"/>
          </p:cNvSpPr>
          <p:nvPr/>
        </p:nvSpPr>
        <p:spPr>
          <a:xfrm xmlns:a="http://schemas.openxmlformats.org/drawingml/2006/main">
            <a:off x="8763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3" name="">
            <a:extLst xmlns:a="http://schemas.openxmlformats.org/drawingml/2006/main">
              <a:ext uri="{FF2B5EF4-FFF2-40B4-BE49-F238E27FC236}">
                <a16:creationId xmlns:a16="http://schemas.microsoft.com/office/drawing/2014/main" id="{8C28B501-436A-4CAD-9CB8-10D3664EE30A}"/>
              </a:ext>
            </a:extLst>
          </p:cNvPr>
          <p:cNvSpPr>
            <a:spLocks xmlns:a="http://schemas.openxmlformats.org/drawingml/2006/main" noGrp="1"/>
          </p:cNvSpPr>
          <p:nvPr/>
        </p:nvSpPr>
        <p:spPr>
          <a:xfrm xmlns:a="http://schemas.openxmlformats.org/drawingml/2006/main">
            <a:off x="4762500" y="1752600"/>
            <a:ext cx="2667000" cy="1333500"/>
          </a:xfrm>
          <a:prstGeom xmlns:a="http://schemas.openxmlformats.org/drawingml/2006/main" prst="roundRect">
            <a:avLst>
              <a:gd name="adj" fmla="val 5714"/>
            </a:avLst>
          </a:prstGeom>
          <a:solidFill xmlns:a="http://schemas.openxmlformats.org/drawingml/2006/main">
            <a:srgbClr val="EAF7EF"/>
          </a:solidFill>
          <a:ln xmlns:a="http://schemas.openxmlformats.org/drawingml/2006/main" w="9525">
            <a:solidFill>
              <a:srgbClr val="BCE4C9"/>
            </a:solidFill>
            <a:prstDash val="solid"/>
          </a:ln>
        </p:spPr>
      </p:sp>
      <p:sp>
        <p:nvSpPr>
          <p:cNvPr id="14" name="">
            <a:extLst xmlns:a="http://schemas.openxmlformats.org/drawingml/2006/main">
              <a:ext uri="{FF2B5EF4-FFF2-40B4-BE49-F238E27FC236}">
                <a16:creationId xmlns:a16="http://schemas.microsoft.com/office/drawing/2014/main" id="{55595CDB-BB5B-4388-8A4E-4B718820DB08}"/>
              </a:ext>
            </a:extLst>
          </p:cNvPr>
          <p:cNvSpPr>
            <a:spLocks xmlns:a="http://schemas.openxmlformats.org/drawingml/2006/main" noGrp="1"/>
          </p:cNvSpPr>
          <p:nvPr/>
        </p:nvSpPr>
        <p:spPr>
          <a:xfrm xmlns:a="http://schemas.openxmlformats.org/drawingml/2006/main">
            <a:off x="493395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5" name="">
            <a:extLst xmlns:a="http://schemas.openxmlformats.org/drawingml/2006/main">
              <a:ext uri="{FF2B5EF4-FFF2-40B4-BE49-F238E27FC236}">
                <a16:creationId xmlns:a16="http://schemas.microsoft.com/office/drawing/2014/main" id="{14896D0A-BF7B-422A-A9E0-876CABE0EC6C}"/>
              </a:ext>
            </a:extLst>
          </p:cNvPr>
          <p:cNvSpPr>
            <a:spLocks xmlns:a="http://schemas.openxmlformats.org/drawingml/2006/main" noGrp="1"/>
          </p:cNvSpPr>
          <p:nvPr/>
        </p:nvSpPr>
        <p:spPr>
          <a:xfrm xmlns:a="http://schemas.openxmlformats.org/drawingml/2006/main">
            <a:off x="493395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6" name="">
            <a:extLst xmlns:a="http://schemas.openxmlformats.org/drawingml/2006/main">
              <a:ext uri="{FF2B5EF4-FFF2-40B4-BE49-F238E27FC236}">
                <a16:creationId xmlns:a16="http://schemas.microsoft.com/office/drawing/2014/main" id="{BC923278-BBAA-4F0D-B385-CDD79DAD9C0A}"/>
              </a:ext>
            </a:extLst>
          </p:cNvPr>
          <p:cNvSpPr>
            <a:spLocks xmlns:a="http://schemas.openxmlformats.org/drawingml/2006/main" noGrp="1"/>
          </p:cNvSpPr>
          <p:nvPr/>
        </p:nvSpPr>
        <p:spPr>
          <a:xfrm xmlns:a="http://schemas.openxmlformats.org/drawingml/2006/main">
            <a:off x="8820150" y="1752600"/>
            <a:ext cx="2667000" cy="1333500"/>
          </a:xfrm>
          <a:prstGeom xmlns:a="http://schemas.openxmlformats.org/drawingml/2006/main" prst="roundRect">
            <a:avLst>
              <a:gd name="adj" fmla="val 5714"/>
            </a:avLst>
          </a:prstGeom>
          <a:solidFill xmlns:a="http://schemas.openxmlformats.org/drawingml/2006/main">
            <a:srgbClr val="FFF4E6"/>
          </a:solidFill>
          <a:ln xmlns:a="http://schemas.openxmlformats.org/drawingml/2006/main" w="9525">
            <a:solidFill>
              <a:srgbClr val="F4C98A"/>
            </a:solidFill>
            <a:prstDash val="solid"/>
          </a:ln>
        </p:spPr>
      </p:sp>
      <p:sp>
        <p:nvSpPr>
          <p:cNvPr id="17" name="">
            <a:extLst xmlns:a="http://schemas.openxmlformats.org/drawingml/2006/main">
              <a:ext uri="{FF2B5EF4-FFF2-40B4-BE49-F238E27FC236}">
                <a16:creationId xmlns:a16="http://schemas.microsoft.com/office/drawing/2014/main" id="{290CF30D-415E-490C-9F0C-47D2AC68707A}"/>
              </a:ext>
            </a:extLst>
          </p:cNvPr>
          <p:cNvSpPr>
            <a:spLocks xmlns:a="http://schemas.openxmlformats.org/drawingml/2006/main" noGrp="1"/>
          </p:cNvSpPr>
          <p:nvPr/>
        </p:nvSpPr>
        <p:spPr>
          <a:xfrm xmlns:a="http://schemas.openxmlformats.org/drawingml/2006/main">
            <a:off x="89916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8" name="">
            <a:extLst xmlns:a="http://schemas.openxmlformats.org/drawingml/2006/main">
              <a:ext uri="{FF2B5EF4-FFF2-40B4-BE49-F238E27FC236}">
                <a16:creationId xmlns:a16="http://schemas.microsoft.com/office/drawing/2014/main" id="{9865BC09-C3E9-45CE-A8F1-C61AED343496}"/>
              </a:ext>
            </a:extLst>
          </p:cNvPr>
          <p:cNvSpPr>
            <a:spLocks xmlns:a="http://schemas.openxmlformats.org/drawingml/2006/main" noGrp="1"/>
          </p:cNvSpPr>
          <p:nvPr/>
        </p:nvSpPr>
        <p:spPr>
          <a:xfrm xmlns:a="http://schemas.openxmlformats.org/drawingml/2006/main">
            <a:off x="89916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19" name="">
            <a:extLst xmlns:a="http://schemas.openxmlformats.org/drawingml/2006/main">
              <a:ext uri="{FF2B5EF4-FFF2-40B4-BE49-F238E27FC236}">
                <a16:creationId xmlns:a16="http://schemas.microsoft.com/office/drawing/2014/main" id="{04AB6BDF-8E71-4FAA-B631-7349CCCD01F1}"/>
              </a:ext>
            </a:extLst>
          </p:cNvPr>
          <p:cNvSpPr>
            <a:spLocks xmlns:a="http://schemas.openxmlformats.org/drawingml/2006/main" noGrp="1"/>
          </p:cNvSpPr>
          <p:nvPr/>
        </p:nvSpPr>
        <p:spPr>
          <a:xfrm xmlns:a="http://schemas.openxmlformats.org/drawingml/2006/main" rot="0">
            <a:off x="350520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0BCE45-A3BD-4249-8DAF-28B82A47C294}"/>
              </a:ext>
            </a:extLst>
          </p:cNvPr>
          <p:cNvSpPr>
            <a:spLocks xmlns:a="http://schemas.openxmlformats.org/drawingml/2006/main" noGrp="1"/>
          </p:cNvSpPr>
          <p:nvPr/>
        </p:nvSpPr>
        <p:spPr>
          <a:xfrm xmlns:a="http://schemas.openxmlformats.org/drawingml/2006/main" rot="5400000">
            <a:off x="456247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72E2CD2-CCC4-41A7-954A-86F84914FDB0}"/>
              </a:ext>
            </a:extLst>
          </p:cNvPr>
          <p:cNvSpPr>
            <a:spLocks xmlns:a="http://schemas.openxmlformats.org/drawingml/2006/main" noGrp="1"/>
          </p:cNvSpPr>
          <p:nvPr/>
        </p:nvSpPr>
        <p:spPr>
          <a:xfrm xmlns:a="http://schemas.openxmlformats.org/drawingml/2006/main" rot="0">
            <a:off x="756285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BD96783-36A9-4ED6-9872-162B315FC715}"/>
              </a:ext>
            </a:extLst>
          </p:cNvPr>
          <p:cNvSpPr>
            <a:spLocks xmlns:a="http://schemas.openxmlformats.org/drawingml/2006/main" noGrp="1"/>
          </p:cNvSpPr>
          <p:nvPr/>
        </p:nvSpPr>
        <p:spPr>
          <a:xfrm xmlns:a="http://schemas.openxmlformats.org/drawingml/2006/main" rot="5400000">
            <a:off x="862012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C2632F0-3235-4808-9A6B-759EC8BC0FF8}"/>
              </a:ext>
            </a:extLst>
          </p:cNvPr>
          <p:cNvSpPr>
            <a:spLocks xmlns:a="http://schemas.openxmlformats.org/drawingml/2006/main" noGrp="1"/>
          </p:cNvSpPr>
          <p:nvPr/>
        </p:nvSpPr>
        <p:spPr>
          <a:xfrm xmlns:a="http://schemas.openxmlformats.org/drawingml/2006/main">
            <a:off x="104775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7D2F0DB-8EC9-4EDB-9A32-7134FCEB0871}"/>
              </a:ext>
            </a:extLst>
          </p:cNvPr>
          <p:cNvSpPr>
            <a:spLocks xmlns:a="http://schemas.openxmlformats.org/drawingml/2006/main" noGrp="1"/>
          </p:cNvSpPr>
          <p:nvPr/>
        </p:nvSpPr>
        <p:spPr>
          <a:xfrm xmlns:a="http://schemas.openxmlformats.org/drawingml/2006/main">
            <a:off x="12287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FF3B4C1-1D3D-40C3-B1FD-FD28D00FBE5D}"/>
              </a:ext>
            </a:extLst>
          </p:cNvPr>
          <p:cNvSpPr>
            <a:spLocks xmlns:a="http://schemas.openxmlformats.org/drawingml/2006/main" noGrp="1"/>
          </p:cNvSpPr>
          <p:nvPr/>
        </p:nvSpPr>
        <p:spPr>
          <a:xfrm xmlns:a="http://schemas.openxmlformats.org/drawingml/2006/main">
            <a:off x="140970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FC78E98-0D3B-421B-95BB-58606589F1CA}"/>
              </a:ext>
            </a:extLst>
          </p:cNvPr>
          <p:cNvSpPr>
            <a:spLocks xmlns:a="http://schemas.openxmlformats.org/drawingml/2006/main" noGrp="1"/>
          </p:cNvSpPr>
          <p:nvPr/>
        </p:nvSpPr>
        <p:spPr>
          <a:xfrm xmlns:a="http://schemas.openxmlformats.org/drawingml/2006/main">
            <a:off x="159067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106EFAB-BBF3-43B5-96BC-A24DB388BF97}"/>
              </a:ext>
            </a:extLst>
          </p:cNvPr>
          <p:cNvSpPr>
            <a:spLocks xmlns:a="http://schemas.openxmlformats.org/drawingml/2006/main" noGrp="1"/>
          </p:cNvSpPr>
          <p:nvPr/>
        </p:nvSpPr>
        <p:spPr>
          <a:xfrm xmlns:a="http://schemas.openxmlformats.org/drawingml/2006/main">
            <a:off x="17716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3FD1FA4-6DA3-41FA-8FC4-B06D30732179}"/>
              </a:ext>
            </a:extLst>
          </p:cNvPr>
          <p:cNvSpPr>
            <a:spLocks xmlns:a="http://schemas.openxmlformats.org/drawingml/2006/main" noGrp="1"/>
          </p:cNvSpPr>
          <p:nvPr/>
        </p:nvSpPr>
        <p:spPr>
          <a:xfrm xmlns:a="http://schemas.openxmlformats.org/drawingml/2006/main">
            <a:off x="19526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526C162-B799-4973-A81F-77721B78E695}"/>
              </a:ext>
            </a:extLst>
          </p:cNvPr>
          <p:cNvSpPr>
            <a:spLocks xmlns:a="http://schemas.openxmlformats.org/drawingml/2006/main" noGrp="1"/>
          </p:cNvSpPr>
          <p:nvPr/>
        </p:nvSpPr>
        <p:spPr>
          <a:xfrm xmlns:a="http://schemas.openxmlformats.org/drawingml/2006/main">
            <a:off x="213360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B64385B-588D-46ED-BD6F-C42B58691887}"/>
              </a:ext>
            </a:extLst>
          </p:cNvPr>
          <p:cNvSpPr>
            <a:spLocks xmlns:a="http://schemas.openxmlformats.org/drawingml/2006/main" noGrp="1"/>
          </p:cNvSpPr>
          <p:nvPr/>
        </p:nvSpPr>
        <p:spPr>
          <a:xfrm xmlns:a="http://schemas.openxmlformats.org/drawingml/2006/main">
            <a:off x="231457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3C14BDB-872C-42AB-9288-C9F1B9659DC6}"/>
              </a:ext>
            </a:extLst>
          </p:cNvPr>
          <p:cNvSpPr>
            <a:spLocks xmlns:a="http://schemas.openxmlformats.org/drawingml/2006/main" noGrp="1"/>
          </p:cNvSpPr>
          <p:nvPr/>
        </p:nvSpPr>
        <p:spPr>
          <a:xfrm xmlns:a="http://schemas.openxmlformats.org/drawingml/2006/main">
            <a:off x="24955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F217F82-EB92-4FA1-BAE6-129114EE7424}"/>
              </a:ext>
            </a:extLst>
          </p:cNvPr>
          <p:cNvSpPr>
            <a:spLocks xmlns:a="http://schemas.openxmlformats.org/drawingml/2006/main" noGrp="1"/>
          </p:cNvSpPr>
          <p:nvPr/>
        </p:nvSpPr>
        <p:spPr>
          <a:xfrm xmlns:a="http://schemas.openxmlformats.org/drawingml/2006/main">
            <a:off x="267652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0ABCFB5-4B43-40F4-BACB-5D256AC4E84F}"/>
              </a:ext>
            </a:extLst>
          </p:cNvPr>
          <p:cNvSpPr>
            <a:spLocks xmlns:a="http://schemas.openxmlformats.org/drawingml/2006/main" noGrp="1"/>
          </p:cNvSpPr>
          <p:nvPr/>
        </p:nvSpPr>
        <p:spPr>
          <a:xfrm xmlns:a="http://schemas.openxmlformats.org/drawingml/2006/main">
            <a:off x="10477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ACD757B-D910-44F4-B37B-86ECF6F49AC4}"/>
              </a:ext>
            </a:extLst>
          </p:cNvPr>
          <p:cNvSpPr>
            <a:spLocks xmlns:a="http://schemas.openxmlformats.org/drawingml/2006/main" noGrp="1"/>
          </p:cNvSpPr>
          <p:nvPr/>
        </p:nvSpPr>
        <p:spPr>
          <a:xfrm xmlns:a="http://schemas.openxmlformats.org/drawingml/2006/main">
            <a:off x="122872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240478E-F79B-4C29-B83F-0140CB52E759}"/>
              </a:ext>
            </a:extLst>
          </p:cNvPr>
          <p:cNvSpPr>
            <a:spLocks xmlns:a="http://schemas.openxmlformats.org/drawingml/2006/main" noGrp="1"/>
          </p:cNvSpPr>
          <p:nvPr/>
        </p:nvSpPr>
        <p:spPr>
          <a:xfrm xmlns:a="http://schemas.openxmlformats.org/drawingml/2006/main">
            <a:off x="14097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457464E-06ED-4380-9D59-7C2CC5DCED5B}"/>
              </a:ext>
            </a:extLst>
          </p:cNvPr>
          <p:cNvSpPr>
            <a:spLocks xmlns:a="http://schemas.openxmlformats.org/drawingml/2006/main" noGrp="1"/>
          </p:cNvSpPr>
          <p:nvPr/>
        </p:nvSpPr>
        <p:spPr>
          <a:xfrm xmlns:a="http://schemas.openxmlformats.org/drawingml/2006/main">
            <a:off x="159067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D6A64A53-86ED-4661-B624-5C7B67492DE4}"/>
              </a:ext>
            </a:extLst>
          </p:cNvPr>
          <p:cNvSpPr>
            <a:spLocks xmlns:a="http://schemas.openxmlformats.org/drawingml/2006/main" noGrp="1"/>
          </p:cNvSpPr>
          <p:nvPr/>
        </p:nvSpPr>
        <p:spPr>
          <a:xfrm xmlns:a="http://schemas.openxmlformats.org/drawingml/2006/main">
            <a:off x="1771650"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CED22307-E2FA-47CC-AE96-4AFA54F903E6}"/>
              </a:ext>
            </a:extLst>
          </p:cNvPr>
          <p:cNvSpPr>
            <a:spLocks xmlns:a="http://schemas.openxmlformats.org/drawingml/2006/main" noGrp="1"/>
          </p:cNvSpPr>
          <p:nvPr/>
        </p:nvSpPr>
        <p:spPr>
          <a:xfrm xmlns:a="http://schemas.openxmlformats.org/drawingml/2006/main">
            <a:off x="19526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1DA579B-4F28-4F20-AD25-D1EC3EB0CE7B}"/>
              </a:ext>
            </a:extLst>
          </p:cNvPr>
          <p:cNvSpPr>
            <a:spLocks xmlns:a="http://schemas.openxmlformats.org/drawingml/2006/main" noGrp="1"/>
          </p:cNvSpPr>
          <p:nvPr/>
        </p:nvSpPr>
        <p:spPr>
          <a:xfrm xmlns:a="http://schemas.openxmlformats.org/drawingml/2006/main">
            <a:off x="21336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8750F85F-6B42-44A5-835E-5DF757CD12BB}"/>
              </a:ext>
            </a:extLst>
          </p:cNvPr>
          <p:cNvSpPr>
            <a:spLocks xmlns:a="http://schemas.openxmlformats.org/drawingml/2006/main" noGrp="1"/>
          </p:cNvSpPr>
          <p:nvPr/>
        </p:nvSpPr>
        <p:spPr>
          <a:xfrm xmlns:a="http://schemas.openxmlformats.org/drawingml/2006/main">
            <a:off x="231457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96392206-9076-4401-BDC1-A6FC3D2961F6}"/>
              </a:ext>
            </a:extLst>
          </p:cNvPr>
          <p:cNvSpPr>
            <a:spLocks xmlns:a="http://schemas.openxmlformats.org/drawingml/2006/main" noGrp="1"/>
          </p:cNvSpPr>
          <p:nvPr/>
        </p:nvSpPr>
        <p:spPr>
          <a:xfrm xmlns:a="http://schemas.openxmlformats.org/drawingml/2006/main">
            <a:off x="24955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BCDCB9E1-616A-4A3A-9B98-328222B54EC6}"/>
              </a:ext>
            </a:extLst>
          </p:cNvPr>
          <p:cNvSpPr>
            <a:spLocks xmlns:a="http://schemas.openxmlformats.org/drawingml/2006/main" noGrp="1"/>
          </p:cNvSpPr>
          <p:nvPr/>
        </p:nvSpPr>
        <p:spPr>
          <a:xfrm xmlns:a="http://schemas.openxmlformats.org/drawingml/2006/main">
            <a:off x="26765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ECDB545-B00E-44B6-9BFA-44338587C0B7}"/>
              </a:ext>
            </a:extLst>
          </p:cNvPr>
          <p:cNvSpPr>
            <a:spLocks xmlns:a="http://schemas.openxmlformats.org/drawingml/2006/main" noGrp="1"/>
          </p:cNvSpPr>
          <p:nvPr/>
        </p:nvSpPr>
        <p:spPr>
          <a:xfrm xmlns:a="http://schemas.openxmlformats.org/drawingml/2006/main">
            <a:off x="10477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6C8ABA08-233F-4067-8B55-CB2A19A46ABB}"/>
              </a:ext>
            </a:extLst>
          </p:cNvPr>
          <p:cNvSpPr>
            <a:spLocks xmlns:a="http://schemas.openxmlformats.org/drawingml/2006/main" noGrp="1"/>
          </p:cNvSpPr>
          <p:nvPr/>
        </p:nvSpPr>
        <p:spPr>
          <a:xfrm xmlns:a="http://schemas.openxmlformats.org/drawingml/2006/main">
            <a:off x="12287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162AA693-4A04-49B8-8BAC-B31E128B2A17}"/>
              </a:ext>
            </a:extLst>
          </p:cNvPr>
          <p:cNvSpPr>
            <a:spLocks xmlns:a="http://schemas.openxmlformats.org/drawingml/2006/main" noGrp="1"/>
          </p:cNvSpPr>
          <p:nvPr/>
        </p:nvSpPr>
        <p:spPr>
          <a:xfrm xmlns:a="http://schemas.openxmlformats.org/drawingml/2006/main">
            <a:off x="140970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4D5D376-7C3C-4252-BA2B-F7934897E073}"/>
              </a:ext>
            </a:extLst>
          </p:cNvPr>
          <p:cNvSpPr>
            <a:spLocks xmlns:a="http://schemas.openxmlformats.org/drawingml/2006/main" noGrp="1"/>
          </p:cNvSpPr>
          <p:nvPr/>
        </p:nvSpPr>
        <p:spPr>
          <a:xfrm xmlns:a="http://schemas.openxmlformats.org/drawingml/2006/main">
            <a:off x="15906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3132583E-5F58-4920-9B30-CED445BB6BBC}"/>
              </a:ext>
            </a:extLst>
          </p:cNvPr>
          <p:cNvSpPr>
            <a:spLocks xmlns:a="http://schemas.openxmlformats.org/drawingml/2006/main" noGrp="1"/>
          </p:cNvSpPr>
          <p:nvPr/>
        </p:nvSpPr>
        <p:spPr>
          <a:xfrm xmlns:a="http://schemas.openxmlformats.org/drawingml/2006/main">
            <a:off x="17716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AD4A952-B72E-4FFA-A14B-9B0F23038941}"/>
              </a:ext>
            </a:extLst>
          </p:cNvPr>
          <p:cNvSpPr>
            <a:spLocks xmlns:a="http://schemas.openxmlformats.org/drawingml/2006/main" noGrp="1"/>
          </p:cNvSpPr>
          <p:nvPr/>
        </p:nvSpPr>
        <p:spPr>
          <a:xfrm xmlns:a="http://schemas.openxmlformats.org/drawingml/2006/main">
            <a:off x="1952625"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43892F2-5BAF-43D4-B36E-8C718A0CBB87}"/>
              </a:ext>
            </a:extLst>
          </p:cNvPr>
          <p:cNvSpPr>
            <a:spLocks xmlns:a="http://schemas.openxmlformats.org/drawingml/2006/main" noGrp="1"/>
          </p:cNvSpPr>
          <p:nvPr/>
        </p:nvSpPr>
        <p:spPr>
          <a:xfrm xmlns:a="http://schemas.openxmlformats.org/drawingml/2006/main">
            <a:off x="213360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A5C5B73C-0B29-4649-96CC-D117D58BD557}"/>
              </a:ext>
            </a:extLst>
          </p:cNvPr>
          <p:cNvSpPr>
            <a:spLocks xmlns:a="http://schemas.openxmlformats.org/drawingml/2006/main" noGrp="1"/>
          </p:cNvSpPr>
          <p:nvPr/>
        </p:nvSpPr>
        <p:spPr>
          <a:xfrm xmlns:a="http://schemas.openxmlformats.org/drawingml/2006/main">
            <a:off x="23145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CA120BF-8E1C-498D-B296-6DD73223F6BD}"/>
              </a:ext>
            </a:extLst>
          </p:cNvPr>
          <p:cNvSpPr>
            <a:spLocks xmlns:a="http://schemas.openxmlformats.org/drawingml/2006/main" noGrp="1"/>
          </p:cNvSpPr>
          <p:nvPr/>
        </p:nvSpPr>
        <p:spPr>
          <a:xfrm xmlns:a="http://schemas.openxmlformats.org/drawingml/2006/main">
            <a:off x="249555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65AC9094-02E7-4735-93EE-FC2F56EE15FA}"/>
              </a:ext>
            </a:extLst>
          </p:cNvPr>
          <p:cNvSpPr>
            <a:spLocks xmlns:a="http://schemas.openxmlformats.org/drawingml/2006/main" noGrp="1"/>
          </p:cNvSpPr>
          <p:nvPr/>
        </p:nvSpPr>
        <p:spPr>
          <a:xfrm xmlns:a="http://schemas.openxmlformats.org/drawingml/2006/main">
            <a:off x="26765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34F745E-786C-45B3-9798-742D9C42348D}"/>
              </a:ext>
            </a:extLst>
          </p:cNvPr>
          <p:cNvSpPr>
            <a:spLocks xmlns:a="http://schemas.openxmlformats.org/drawingml/2006/main" noGrp="1"/>
          </p:cNvSpPr>
          <p:nvPr/>
        </p:nvSpPr>
        <p:spPr>
          <a:xfrm xmlns:a="http://schemas.openxmlformats.org/drawingml/2006/main">
            <a:off x="104775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19AF626D-272A-406B-A2AE-DC7635FC52ED}"/>
              </a:ext>
            </a:extLst>
          </p:cNvPr>
          <p:cNvSpPr>
            <a:spLocks xmlns:a="http://schemas.openxmlformats.org/drawingml/2006/main" noGrp="1"/>
          </p:cNvSpPr>
          <p:nvPr/>
        </p:nvSpPr>
        <p:spPr>
          <a:xfrm xmlns:a="http://schemas.openxmlformats.org/drawingml/2006/main">
            <a:off x="12287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55FAB60B-5654-45EF-A1AE-7C8DB270B57C}"/>
              </a:ext>
            </a:extLst>
          </p:cNvPr>
          <p:cNvSpPr>
            <a:spLocks xmlns:a="http://schemas.openxmlformats.org/drawingml/2006/main" noGrp="1"/>
          </p:cNvSpPr>
          <p:nvPr/>
        </p:nvSpPr>
        <p:spPr>
          <a:xfrm xmlns:a="http://schemas.openxmlformats.org/drawingml/2006/main">
            <a:off x="140970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FAA3C978-72C0-41B7-8EE9-C54A70BCDF0E}"/>
              </a:ext>
            </a:extLst>
          </p:cNvPr>
          <p:cNvSpPr>
            <a:spLocks xmlns:a="http://schemas.openxmlformats.org/drawingml/2006/main" noGrp="1"/>
          </p:cNvSpPr>
          <p:nvPr/>
        </p:nvSpPr>
        <p:spPr>
          <a:xfrm xmlns:a="http://schemas.openxmlformats.org/drawingml/2006/main">
            <a:off x="159067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98A3822-90EB-4216-9AF2-0B47A3B5A1CB}"/>
              </a:ext>
            </a:extLst>
          </p:cNvPr>
          <p:cNvSpPr>
            <a:spLocks xmlns:a="http://schemas.openxmlformats.org/drawingml/2006/main" noGrp="1"/>
          </p:cNvSpPr>
          <p:nvPr/>
        </p:nvSpPr>
        <p:spPr>
          <a:xfrm xmlns:a="http://schemas.openxmlformats.org/drawingml/2006/main">
            <a:off x="17716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429FCAF2-8B02-45F2-B660-3A7851AF8CF6}"/>
              </a:ext>
            </a:extLst>
          </p:cNvPr>
          <p:cNvSpPr>
            <a:spLocks xmlns:a="http://schemas.openxmlformats.org/drawingml/2006/main" noGrp="1"/>
          </p:cNvSpPr>
          <p:nvPr/>
        </p:nvSpPr>
        <p:spPr>
          <a:xfrm xmlns:a="http://schemas.openxmlformats.org/drawingml/2006/main">
            <a:off x="19526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DA8B7BDC-ED35-4815-9FDE-DA99BFF9AEA3}"/>
              </a:ext>
            </a:extLst>
          </p:cNvPr>
          <p:cNvSpPr>
            <a:spLocks xmlns:a="http://schemas.openxmlformats.org/drawingml/2006/main" noGrp="1"/>
          </p:cNvSpPr>
          <p:nvPr/>
        </p:nvSpPr>
        <p:spPr>
          <a:xfrm xmlns:a="http://schemas.openxmlformats.org/drawingml/2006/main">
            <a:off x="213360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FDB59D20-105D-4E75-B815-F4889EE5ADD0}"/>
              </a:ext>
            </a:extLst>
          </p:cNvPr>
          <p:cNvSpPr>
            <a:spLocks xmlns:a="http://schemas.openxmlformats.org/drawingml/2006/main" noGrp="1"/>
          </p:cNvSpPr>
          <p:nvPr/>
        </p:nvSpPr>
        <p:spPr>
          <a:xfrm xmlns:a="http://schemas.openxmlformats.org/drawingml/2006/main">
            <a:off x="231457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CBF44239-C760-4C57-A50A-10409CA5C165}"/>
              </a:ext>
            </a:extLst>
          </p:cNvPr>
          <p:cNvSpPr>
            <a:spLocks xmlns:a="http://schemas.openxmlformats.org/drawingml/2006/main" noGrp="1"/>
          </p:cNvSpPr>
          <p:nvPr/>
        </p:nvSpPr>
        <p:spPr>
          <a:xfrm xmlns:a="http://schemas.openxmlformats.org/drawingml/2006/main">
            <a:off x="24955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5B0F2AB0-D22E-461D-A488-F2948676AA82}"/>
              </a:ext>
            </a:extLst>
          </p:cNvPr>
          <p:cNvSpPr>
            <a:spLocks xmlns:a="http://schemas.openxmlformats.org/drawingml/2006/main" noGrp="1"/>
          </p:cNvSpPr>
          <p:nvPr/>
        </p:nvSpPr>
        <p:spPr>
          <a:xfrm xmlns:a="http://schemas.openxmlformats.org/drawingml/2006/main">
            <a:off x="267652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6CFAEF2D-891B-4E38-ADB9-47F365A93C05}"/>
              </a:ext>
            </a:extLst>
          </p:cNvPr>
          <p:cNvSpPr>
            <a:spLocks xmlns:a="http://schemas.openxmlformats.org/drawingml/2006/main" noGrp="1"/>
          </p:cNvSpPr>
          <p:nvPr/>
        </p:nvSpPr>
        <p:spPr>
          <a:xfrm xmlns:a="http://schemas.openxmlformats.org/drawingml/2006/main">
            <a:off x="10477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0424CD92-1B1E-49A6-8F43-1A6FF319E1EC}"/>
              </a:ext>
            </a:extLst>
          </p:cNvPr>
          <p:cNvSpPr>
            <a:spLocks xmlns:a="http://schemas.openxmlformats.org/drawingml/2006/main" noGrp="1"/>
          </p:cNvSpPr>
          <p:nvPr/>
        </p:nvSpPr>
        <p:spPr>
          <a:xfrm xmlns:a="http://schemas.openxmlformats.org/drawingml/2006/main">
            <a:off x="122872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B472F064-9780-46E6-A7F3-CE2A89A57E8C}"/>
              </a:ext>
            </a:extLst>
          </p:cNvPr>
          <p:cNvSpPr>
            <a:spLocks xmlns:a="http://schemas.openxmlformats.org/drawingml/2006/main" noGrp="1"/>
          </p:cNvSpPr>
          <p:nvPr/>
        </p:nvSpPr>
        <p:spPr>
          <a:xfrm xmlns:a="http://schemas.openxmlformats.org/drawingml/2006/main">
            <a:off x="14097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B4E4F88C-E78B-45A0-92C0-7131F6ECCCE9}"/>
              </a:ext>
            </a:extLst>
          </p:cNvPr>
          <p:cNvSpPr>
            <a:spLocks xmlns:a="http://schemas.openxmlformats.org/drawingml/2006/main" noGrp="1"/>
          </p:cNvSpPr>
          <p:nvPr/>
        </p:nvSpPr>
        <p:spPr>
          <a:xfrm xmlns:a="http://schemas.openxmlformats.org/drawingml/2006/main">
            <a:off x="159067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0C91D157-D24D-4419-AA74-6B9BE20D7622}"/>
              </a:ext>
            </a:extLst>
          </p:cNvPr>
          <p:cNvSpPr>
            <a:spLocks xmlns:a="http://schemas.openxmlformats.org/drawingml/2006/main" noGrp="1"/>
          </p:cNvSpPr>
          <p:nvPr/>
        </p:nvSpPr>
        <p:spPr>
          <a:xfrm xmlns:a="http://schemas.openxmlformats.org/drawingml/2006/main">
            <a:off x="1771650"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CA00DCB-6616-4D31-82AE-8C46C25C1579}"/>
              </a:ext>
            </a:extLst>
          </p:cNvPr>
          <p:cNvSpPr>
            <a:spLocks xmlns:a="http://schemas.openxmlformats.org/drawingml/2006/main" noGrp="1"/>
          </p:cNvSpPr>
          <p:nvPr/>
        </p:nvSpPr>
        <p:spPr>
          <a:xfrm xmlns:a="http://schemas.openxmlformats.org/drawingml/2006/main">
            <a:off x="19526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00B87423-9E36-4948-97FD-CA1716F3B979}"/>
              </a:ext>
            </a:extLst>
          </p:cNvPr>
          <p:cNvSpPr>
            <a:spLocks xmlns:a="http://schemas.openxmlformats.org/drawingml/2006/main" noGrp="1"/>
          </p:cNvSpPr>
          <p:nvPr/>
        </p:nvSpPr>
        <p:spPr>
          <a:xfrm xmlns:a="http://schemas.openxmlformats.org/drawingml/2006/main">
            <a:off x="21336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C8358073-549A-49C9-AEFC-D1BB5C12A606}"/>
              </a:ext>
            </a:extLst>
          </p:cNvPr>
          <p:cNvSpPr>
            <a:spLocks xmlns:a="http://schemas.openxmlformats.org/drawingml/2006/main" noGrp="1"/>
          </p:cNvSpPr>
          <p:nvPr/>
        </p:nvSpPr>
        <p:spPr>
          <a:xfrm xmlns:a="http://schemas.openxmlformats.org/drawingml/2006/main">
            <a:off x="231457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E7770A10-89BD-4A44-83DC-72919BA89799}"/>
              </a:ext>
            </a:extLst>
          </p:cNvPr>
          <p:cNvSpPr>
            <a:spLocks xmlns:a="http://schemas.openxmlformats.org/drawingml/2006/main" noGrp="1"/>
          </p:cNvSpPr>
          <p:nvPr/>
        </p:nvSpPr>
        <p:spPr>
          <a:xfrm xmlns:a="http://schemas.openxmlformats.org/drawingml/2006/main">
            <a:off x="24955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1479181A-ACBC-4D65-A68C-2B75964607EC}"/>
              </a:ext>
            </a:extLst>
          </p:cNvPr>
          <p:cNvSpPr>
            <a:spLocks xmlns:a="http://schemas.openxmlformats.org/drawingml/2006/main" noGrp="1"/>
          </p:cNvSpPr>
          <p:nvPr/>
        </p:nvSpPr>
        <p:spPr>
          <a:xfrm xmlns:a="http://schemas.openxmlformats.org/drawingml/2006/main">
            <a:off x="26765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D1617161-600F-4F14-9B7A-97E4ED213592}"/>
              </a:ext>
            </a:extLst>
          </p:cNvPr>
          <p:cNvSpPr>
            <a:spLocks xmlns:a="http://schemas.openxmlformats.org/drawingml/2006/main" noGrp="1"/>
          </p:cNvSpPr>
          <p:nvPr/>
        </p:nvSpPr>
        <p:spPr>
          <a:xfrm xmlns:a="http://schemas.openxmlformats.org/drawingml/2006/main">
            <a:off x="10477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29B06A02-D5C5-4DD3-8C2F-60191B9129D8}"/>
              </a:ext>
            </a:extLst>
          </p:cNvPr>
          <p:cNvSpPr>
            <a:spLocks xmlns:a="http://schemas.openxmlformats.org/drawingml/2006/main" noGrp="1"/>
          </p:cNvSpPr>
          <p:nvPr/>
        </p:nvSpPr>
        <p:spPr>
          <a:xfrm xmlns:a="http://schemas.openxmlformats.org/drawingml/2006/main">
            <a:off x="12287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E9328D4B-4C08-47E2-8AE6-0F0DD6A465AB}"/>
              </a:ext>
            </a:extLst>
          </p:cNvPr>
          <p:cNvSpPr>
            <a:spLocks xmlns:a="http://schemas.openxmlformats.org/drawingml/2006/main" noGrp="1"/>
          </p:cNvSpPr>
          <p:nvPr/>
        </p:nvSpPr>
        <p:spPr>
          <a:xfrm xmlns:a="http://schemas.openxmlformats.org/drawingml/2006/main">
            <a:off x="140970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6" name="">
            <a:extLst xmlns:a="http://schemas.openxmlformats.org/drawingml/2006/main">
              <a:ext uri="{FF2B5EF4-FFF2-40B4-BE49-F238E27FC236}">
                <a16:creationId xmlns:a16="http://schemas.microsoft.com/office/drawing/2014/main" id="{9A3CAF6B-E13C-4A64-8AD5-6DDB1B62D0BD}"/>
              </a:ext>
            </a:extLst>
          </p:cNvPr>
          <p:cNvSpPr>
            <a:spLocks xmlns:a="http://schemas.openxmlformats.org/drawingml/2006/main" noGrp="1"/>
          </p:cNvSpPr>
          <p:nvPr/>
        </p:nvSpPr>
        <p:spPr>
          <a:xfrm xmlns:a="http://schemas.openxmlformats.org/drawingml/2006/main">
            <a:off x="15906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60A70BC6-24E7-47E9-AEB2-AD8764981C3C}"/>
              </a:ext>
            </a:extLst>
          </p:cNvPr>
          <p:cNvSpPr>
            <a:spLocks xmlns:a="http://schemas.openxmlformats.org/drawingml/2006/main" noGrp="1"/>
          </p:cNvSpPr>
          <p:nvPr/>
        </p:nvSpPr>
        <p:spPr>
          <a:xfrm xmlns:a="http://schemas.openxmlformats.org/drawingml/2006/main">
            <a:off x="17716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38E0EAE9-94D3-4C6C-BCFC-77863B7D3C4D}"/>
              </a:ext>
            </a:extLst>
          </p:cNvPr>
          <p:cNvSpPr>
            <a:spLocks xmlns:a="http://schemas.openxmlformats.org/drawingml/2006/main" noGrp="1"/>
          </p:cNvSpPr>
          <p:nvPr/>
        </p:nvSpPr>
        <p:spPr>
          <a:xfrm xmlns:a="http://schemas.openxmlformats.org/drawingml/2006/main">
            <a:off x="1952625"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06B4E1C7-7270-4091-A9EA-90612B597397}"/>
              </a:ext>
            </a:extLst>
          </p:cNvPr>
          <p:cNvSpPr>
            <a:spLocks xmlns:a="http://schemas.openxmlformats.org/drawingml/2006/main" noGrp="1"/>
          </p:cNvSpPr>
          <p:nvPr/>
        </p:nvSpPr>
        <p:spPr>
          <a:xfrm xmlns:a="http://schemas.openxmlformats.org/drawingml/2006/main">
            <a:off x="213360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B8D306CB-5C96-4BCC-AB75-1713AE0E06EA}"/>
              </a:ext>
            </a:extLst>
          </p:cNvPr>
          <p:cNvSpPr>
            <a:spLocks xmlns:a="http://schemas.openxmlformats.org/drawingml/2006/main" noGrp="1"/>
          </p:cNvSpPr>
          <p:nvPr/>
        </p:nvSpPr>
        <p:spPr>
          <a:xfrm xmlns:a="http://schemas.openxmlformats.org/drawingml/2006/main">
            <a:off x="23145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92B6C1A1-391E-4EC0-B0A8-B9CB665D8994}"/>
              </a:ext>
            </a:extLst>
          </p:cNvPr>
          <p:cNvSpPr>
            <a:spLocks xmlns:a="http://schemas.openxmlformats.org/drawingml/2006/main" noGrp="1"/>
          </p:cNvSpPr>
          <p:nvPr/>
        </p:nvSpPr>
        <p:spPr>
          <a:xfrm xmlns:a="http://schemas.openxmlformats.org/drawingml/2006/main">
            <a:off x="249555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3B0AEC4C-47B4-4D97-8A4C-E48E9552704E}"/>
              </a:ext>
            </a:extLst>
          </p:cNvPr>
          <p:cNvSpPr>
            <a:spLocks xmlns:a="http://schemas.openxmlformats.org/drawingml/2006/main" noGrp="1"/>
          </p:cNvSpPr>
          <p:nvPr/>
        </p:nvSpPr>
        <p:spPr>
          <a:xfrm xmlns:a="http://schemas.openxmlformats.org/drawingml/2006/main">
            <a:off x="26765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1BE422C8-DABE-4C81-8D00-AB9894488FF6}"/>
              </a:ext>
            </a:extLst>
          </p:cNvPr>
          <p:cNvSpPr>
            <a:spLocks xmlns:a="http://schemas.openxmlformats.org/drawingml/2006/main" noGrp="1"/>
          </p:cNvSpPr>
          <p:nvPr/>
        </p:nvSpPr>
        <p:spPr>
          <a:xfrm xmlns:a="http://schemas.openxmlformats.org/drawingml/2006/main">
            <a:off x="704850" y="4933950"/>
            <a:ext cx="2762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4" name="">
            <a:extLst xmlns:a="http://schemas.openxmlformats.org/drawingml/2006/main">
              <a:ext uri="{FF2B5EF4-FFF2-40B4-BE49-F238E27FC236}">
                <a16:creationId xmlns:a16="http://schemas.microsoft.com/office/drawing/2014/main" id="{15C34848-E50B-44EA-B8F4-A3FA1EB13489}"/>
              </a:ext>
            </a:extLst>
          </p:cNvPr>
          <p:cNvSpPr>
            <a:spLocks xmlns:a="http://schemas.openxmlformats.org/drawingml/2006/main" noGrp="1"/>
          </p:cNvSpPr>
          <p:nvPr/>
        </p:nvSpPr>
        <p:spPr>
          <a:xfrm xmlns:a="http://schemas.openxmlformats.org/drawingml/2006/main">
            <a:off x="483870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5" name="">
            <a:extLst xmlns:a="http://schemas.openxmlformats.org/drawingml/2006/main">
              <a:ext uri="{FF2B5EF4-FFF2-40B4-BE49-F238E27FC236}">
                <a16:creationId xmlns:a16="http://schemas.microsoft.com/office/drawing/2014/main" id="{2F791C56-CBE4-458C-92A6-C56473705BA3}"/>
              </a:ext>
            </a:extLst>
          </p:cNvPr>
          <p:cNvSpPr>
            <a:spLocks xmlns:a="http://schemas.openxmlformats.org/drawingml/2006/main" noGrp="1"/>
          </p:cNvSpPr>
          <p:nvPr/>
        </p:nvSpPr>
        <p:spPr>
          <a:xfrm xmlns:a="http://schemas.openxmlformats.org/drawingml/2006/main">
            <a:off x="491490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6" name="">
            <a:extLst xmlns:a="http://schemas.openxmlformats.org/drawingml/2006/main">
              <a:ext uri="{FF2B5EF4-FFF2-40B4-BE49-F238E27FC236}">
                <a16:creationId xmlns:a16="http://schemas.microsoft.com/office/drawing/2014/main" id="{C5B234BE-F777-4F7A-92EE-B2BAE9579985}"/>
              </a:ext>
            </a:extLst>
          </p:cNvPr>
          <p:cNvSpPr>
            <a:spLocks xmlns:a="http://schemas.openxmlformats.org/drawingml/2006/main" noGrp="1"/>
          </p:cNvSpPr>
          <p:nvPr/>
        </p:nvSpPr>
        <p:spPr>
          <a:xfrm xmlns:a="http://schemas.openxmlformats.org/drawingml/2006/main">
            <a:off x="619125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9C5E115F-9FC2-4ECC-87CC-64F87BC46A92}"/>
              </a:ext>
            </a:extLst>
          </p:cNvPr>
          <p:cNvSpPr>
            <a:spLocks xmlns:a="http://schemas.openxmlformats.org/drawingml/2006/main" noGrp="1"/>
          </p:cNvSpPr>
          <p:nvPr/>
        </p:nvSpPr>
        <p:spPr>
          <a:xfrm xmlns:a="http://schemas.openxmlformats.org/drawingml/2006/main">
            <a:off x="626745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8" name="">
            <a:extLst xmlns:a="http://schemas.openxmlformats.org/drawingml/2006/main">
              <a:ext uri="{FF2B5EF4-FFF2-40B4-BE49-F238E27FC236}">
                <a16:creationId xmlns:a16="http://schemas.microsoft.com/office/drawing/2014/main" id="{6D6E95BF-A9E3-4342-BE0F-DEDAA3AB1972}"/>
              </a:ext>
            </a:extLst>
          </p:cNvPr>
          <p:cNvSpPr>
            <a:spLocks xmlns:a="http://schemas.openxmlformats.org/drawingml/2006/main" noGrp="1"/>
          </p:cNvSpPr>
          <p:nvPr/>
        </p:nvSpPr>
        <p:spPr>
          <a:xfrm xmlns:a="http://schemas.openxmlformats.org/drawingml/2006/main">
            <a:off x="483870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6F78BCF0-FBBD-4A0E-A325-BFAE77D20F8A}"/>
              </a:ext>
            </a:extLst>
          </p:cNvPr>
          <p:cNvSpPr>
            <a:spLocks xmlns:a="http://schemas.openxmlformats.org/drawingml/2006/main" noGrp="1"/>
          </p:cNvSpPr>
          <p:nvPr/>
        </p:nvSpPr>
        <p:spPr>
          <a:xfrm xmlns:a="http://schemas.openxmlformats.org/drawingml/2006/main">
            <a:off x="491490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0" name="">
            <a:extLst xmlns:a="http://schemas.openxmlformats.org/drawingml/2006/main">
              <a:ext uri="{FF2B5EF4-FFF2-40B4-BE49-F238E27FC236}">
                <a16:creationId xmlns:a16="http://schemas.microsoft.com/office/drawing/2014/main" id="{16A6D958-A7A2-44FB-BE81-CE44CD7A926A}"/>
              </a:ext>
            </a:extLst>
          </p:cNvPr>
          <p:cNvSpPr>
            <a:spLocks xmlns:a="http://schemas.openxmlformats.org/drawingml/2006/main" noGrp="1"/>
          </p:cNvSpPr>
          <p:nvPr/>
        </p:nvSpPr>
        <p:spPr>
          <a:xfrm xmlns:a="http://schemas.openxmlformats.org/drawingml/2006/main">
            <a:off x="619125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1" name="">
            <a:extLst xmlns:a="http://schemas.openxmlformats.org/drawingml/2006/main">
              <a:ext uri="{FF2B5EF4-FFF2-40B4-BE49-F238E27FC236}">
                <a16:creationId xmlns:a16="http://schemas.microsoft.com/office/drawing/2014/main" id="{1F488A58-7DFF-4B3E-AF48-0055E1F6B1CA}"/>
              </a:ext>
            </a:extLst>
          </p:cNvPr>
          <p:cNvSpPr>
            <a:spLocks xmlns:a="http://schemas.openxmlformats.org/drawingml/2006/main" noGrp="1"/>
          </p:cNvSpPr>
          <p:nvPr/>
        </p:nvSpPr>
        <p:spPr>
          <a:xfrm xmlns:a="http://schemas.openxmlformats.org/drawingml/2006/main">
            <a:off x="626745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2" name="">
            <a:extLst xmlns:a="http://schemas.openxmlformats.org/drawingml/2006/main">
              <a:ext uri="{FF2B5EF4-FFF2-40B4-BE49-F238E27FC236}">
                <a16:creationId xmlns:a16="http://schemas.microsoft.com/office/drawing/2014/main" id="{2F40FEBB-EAE5-46F7-B2CE-814870E53F0B}"/>
              </a:ext>
            </a:extLst>
          </p:cNvPr>
          <p:cNvSpPr>
            <a:spLocks xmlns:a="http://schemas.openxmlformats.org/drawingml/2006/main" noGrp="1"/>
          </p:cNvSpPr>
          <p:nvPr/>
        </p:nvSpPr>
        <p:spPr>
          <a:xfrm xmlns:a="http://schemas.openxmlformats.org/drawingml/2006/main">
            <a:off x="4838700" y="45148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3" name="">
            <a:extLst xmlns:a="http://schemas.openxmlformats.org/drawingml/2006/main">
              <a:ext uri="{FF2B5EF4-FFF2-40B4-BE49-F238E27FC236}">
                <a16:creationId xmlns:a16="http://schemas.microsoft.com/office/drawing/2014/main" id="{A51F00F1-48C9-4D9B-9E37-14D1DC6E6DDB}"/>
              </a:ext>
            </a:extLst>
          </p:cNvPr>
          <p:cNvSpPr>
            <a:spLocks xmlns:a="http://schemas.openxmlformats.org/drawingml/2006/main" noGrp="1"/>
          </p:cNvSpPr>
          <p:nvPr/>
        </p:nvSpPr>
        <p:spPr>
          <a:xfrm xmlns:a="http://schemas.openxmlformats.org/drawingml/2006/main">
            <a:off x="491490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4" name="">
            <a:extLst xmlns:a="http://schemas.openxmlformats.org/drawingml/2006/main">
              <a:ext uri="{FF2B5EF4-FFF2-40B4-BE49-F238E27FC236}">
                <a16:creationId xmlns:a16="http://schemas.microsoft.com/office/drawing/2014/main" id="{92ABD8AD-A2ED-4D8E-9A5E-2A795AD8301E}"/>
              </a:ext>
            </a:extLst>
          </p:cNvPr>
          <p:cNvSpPr>
            <a:spLocks xmlns:a="http://schemas.openxmlformats.org/drawingml/2006/main" noGrp="1"/>
          </p:cNvSpPr>
          <p:nvPr/>
        </p:nvSpPr>
        <p:spPr>
          <a:xfrm xmlns:a="http://schemas.openxmlformats.org/drawingml/2006/main">
            <a:off x="6191250" y="4514850"/>
            <a:ext cx="1162050" cy="266700"/>
          </a:xfrm>
          <a:prstGeom xmlns:a="http://schemas.openxmlformats.org/drawingml/2006/main" prst="roundRect">
            <a:avLst>
              <a:gd name="adj" fmla="val 28571"/>
            </a:avLst>
          </a:prstGeom>
          <a:solidFill xmlns:a="http://schemas.openxmlformats.org/drawingml/2006/main">
            <a:srgbClr val="EEF3F8"/>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B1AFEE8F-9BCE-45AF-89B8-260407EB4E14}"/>
              </a:ext>
            </a:extLst>
          </p:cNvPr>
          <p:cNvSpPr>
            <a:spLocks xmlns:a="http://schemas.openxmlformats.org/drawingml/2006/main" noGrp="1"/>
          </p:cNvSpPr>
          <p:nvPr/>
        </p:nvSpPr>
        <p:spPr>
          <a:xfrm xmlns:a="http://schemas.openxmlformats.org/drawingml/2006/main">
            <a:off x="626745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6" name="">
            <a:extLst xmlns:a="http://schemas.openxmlformats.org/drawingml/2006/main">
              <a:ext uri="{FF2B5EF4-FFF2-40B4-BE49-F238E27FC236}">
                <a16:creationId xmlns:a16="http://schemas.microsoft.com/office/drawing/2014/main" id="{D33ACC44-56AB-49CD-83F0-F0FA9A14AE91}"/>
              </a:ext>
            </a:extLst>
          </p:cNvPr>
          <p:cNvSpPr>
            <a:spLocks xmlns:a="http://schemas.openxmlformats.org/drawingml/2006/main" noGrp="1"/>
          </p:cNvSpPr>
          <p:nvPr/>
        </p:nvSpPr>
        <p:spPr>
          <a:xfrm xmlns:a="http://schemas.openxmlformats.org/drawingml/2006/main">
            <a:off x="8591550" y="3619500"/>
            <a:ext cx="2857500" cy="1390650"/>
          </a:xfrm>
          <a:prstGeom xmlns:a="http://schemas.openxmlformats.org/drawingml/2006/main" prst="roundRect">
            <a:avLst>
              <a:gd name="adj" fmla="val 5479"/>
            </a:avLst>
          </a:prstGeom>
          <a:solidFill xmlns:a="http://schemas.openxmlformats.org/drawingml/2006/main">
            <a:srgbClr val="FFF7ED"/>
          </a:solidFill>
          <a:ln xmlns:a="http://schemas.openxmlformats.org/drawingml/2006/main" w="9525">
            <a:solidFill>
              <a:srgbClr val="FED7AA"/>
            </a:solidFill>
            <a:prstDash val="solid"/>
          </a:ln>
        </p:spPr>
      </p:sp>
      <p:sp>
        <p:nvSpPr>
          <p:cNvPr id="97" name="">
            <a:extLst xmlns:a="http://schemas.openxmlformats.org/drawingml/2006/main">
              <a:ext uri="{FF2B5EF4-FFF2-40B4-BE49-F238E27FC236}">
                <a16:creationId xmlns:a16="http://schemas.microsoft.com/office/drawing/2014/main" id="{A03B1396-DD9D-4C6F-A00E-ACC4A1CD0D9F}"/>
              </a:ext>
            </a:extLst>
          </p:cNvPr>
          <p:cNvSpPr>
            <a:spLocks xmlns:a="http://schemas.openxmlformats.org/drawingml/2006/main" noGrp="1"/>
          </p:cNvSpPr>
          <p:nvPr/>
        </p:nvSpPr>
        <p:spPr>
          <a:xfrm xmlns:a="http://schemas.openxmlformats.org/drawingml/2006/main">
            <a:off x="8763000" y="37909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8" name="">
            <a:extLst xmlns:a="http://schemas.openxmlformats.org/drawingml/2006/main">
              <a:ext uri="{FF2B5EF4-FFF2-40B4-BE49-F238E27FC236}">
                <a16:creationId xmlns:a16="http://schemas.microsoft.com/office/drawing/2014/main" id="{3ACD23EF-3FB3-40E1-894D-B2AEFD230095}"/>
              </a:ext>
            </a:extLst>
          </p:cNvPr>
          <p:cNvSpPr>
            <a:spLocks xmlns:a="http://schemas.openxmlformats.org/drawingml/2006/main" noGrp="1"/>
          </p:cNvSpPr>
          <p:nvPr/>
        </p:nvSpPr>
        <p:spPr>
          <a:xfrm xmlns:a="http://schemas.openxmlformats.org/drawingml/2006/main">
            <a:off x="8763000" y="4076700"/>
            <a:ext cx="2514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99" name="">
            <a:extLst xmlns:a="http://schemas.openxmlformats.org/drawingml/2006/main">
              <a:ext uri="{FF2B5EF4-FFF2-40B4-BE49-F238E27FC236}">
                <a16:creationId xmlns:a16="http://schemas.microsoft.com/office/drawing/2014/main" id="{565FACFA-8ABE-413F-A896-78447FFE7795}"/>
              </a:ext>
            </a:extLst>
          </p:cNvPr>
          <p:cNvSpPr>
            <a:spLocks xmlns:a="http://schemas.openxmlformats.org/drawingml/2006/main" noGrp="1"/>
          </p:cNvSpPr>
          <p:nvPr/>
        </p:nvSpPr>
        <p:spPr>
          <a:xfrm xmlns:a="http://schemas.openxmlformats.org/drawingml/2006/main">
            <a:off x="8705850" y="52197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00" name="">
            <a:extLst xmlns:a="http://schemas.openxmlformats.org/drawingml/2006/main">
              <a:ext uri="{FF2B5EF4-FFF2-40B4-BE49-F238E27FC236}">
                <a16:creationId xmlns:a16="http://schemas.microsoft.com/office/drawing/2014/main" id="{A1236F98-9501-4647-93D3-47ED7E7EBF34}"/>
              </a:ext>
            </a:extLst>
          </p:cNvPr>
          <p:cNvSpPr>
            <a:spLocks xmlns:a="http://schemas.openxmlformats.org/drawingml/2006/main" noGrp="1"/>
          </p:cNvSpPr>
          <p:nvPr/>
        </p:nvSpPr>
        <p:spPr>
          <a:xfrm xmlns:a="http://schemas.openxmlformats.org/drawingml/2006/main">
            <a:off x="8801100" y="5267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xmlns:p14="http://schemas.microsoft.com/office/powerpoint/2010/main" val="8209829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032162-867A-4015-9F1A-A7B2D42212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EBBEB8E-351E-4646-889F-846D4AF4E19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74CC57-74A9-4DDB-8CAC-0423FC16DFF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4" name="">
            <a:extLst xmlns:a="http://schemas.openxmlformats.org/drawingml/2006/main">
              <a:ext uri="{FF2B5EF4-FFF2-40B4-BE49-F238E27FC236}">
                <a16:creationId xmlns:a16="http://schemas.microsoft.com/office/drawing/2014/main" id="{AF05FCB3-BB3F-4E0C-B994-9EA94705406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5" name="">
            <a:extLst xmlns:a="http://schemas.openxmlformats.org/drawingml/2006/main">
              <a:ext uri="{FF2B5EF4-FFF2-40B4-BE49-F238E27FC236}">
                <a16:creationId xmlns:a16="http://schemas.microsoft.com/office/drawing/2014/main" id="{87018773-3FA0-423A-96A5-CEDE9C89AFE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6" name="">
            <a:extLst xmlns:a="http://schemas.openxmlformats.org/drawingml/2006/main">
              <a:ext uri="{FF2B5EF4-FFF2-40B4-BE49-F238E27FC236}">
                <a16:creationId xmlns:a16="http://schemas.microsoft.com/office/drawing/2014/main" id="{9A13C79E-65EE-4D0C-893C-4AD70DAF984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5171788-62DD-410B-9309-FE5EF682215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A389B42-27E7-4F63-A324-7D216C5F9747}"/>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790990F-22B8-4F57-B86D-EE519E022D7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1C8FD3EC-2954-4ED9-B188-AB05C0435B81}"/>
              </a:ext>
            </a:extLst>
          </p:cNvPr>
          <p:cNvSpPr>
            <a:spLocks xmlns:a="http://schemas.openxmlformats.org/drawingml/2006/main" noGrp="1"/>
          </p:cNvSpPr>
          <p:nvPr/>
        </p:nvSpPr>
        <p:spPr>
          <a:xfrm xmlns:a="http://schemas.openxmlformats.org/drawingml/2006/main">
            <a:off x="514350" y="1428750"/>
            <a:ext cx="87249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79362720fc4317"/>
          <a:stretch xmlns:a="http://schemas.openxmlformats.org/drawingml/2006/main"/>
        </p:blipFill>
        <p:spPr>
          <a:xfrm xmlns:a="http://schemas.openxmlformats.org/drawingml/2006/main">
            <a:off x="2878667" y="1504950"/>
            <a:ext cx="3996267" cy="4495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F9BCD6-A0EE-4B8E-B449-BA078F5BC249}"/>
              </a:ext>
            </a:extLst>
          </p:cNvPr>
          <p:cNvSpPr>
            <a:spLocks xmlns:a="http://schemas.openxmlformats.org/drawingml/2006/main" noGrp="1"/>
          </p:cNvSpPr>
          <p:nvPr/>
        </p:nvSpPr>
        <p:spPr>
          <a:xfrm xmlns:a="http://schemas.openxmlformats.org/drawingml/2006/main">
            <a:off x="9620250" y="1771650"/>
            <a:ext cx="1714500" cy="1619250"/>
          </a:xfrm>
          <a:prstGeom xmlns:a="http://schemas.openxmlformats.org/drawingml/2006/main" prst="roundRect">
            <a:avLst>
              <a:gd name="adj" fmla="val 4706"/>
            </a:avLst>
          </a:prstGeom>
          <a:solidFill xmlns:a="http://schemas.openxmlformats.org/drawingml/2006/main">
            <a:srgbClr val="E8F1FA"/>
          </a:solidFill>
          <a:ln xmlns:a="http://schemas.openxmlformats.org/drawingml/2006/main" w="9525">
            <a:solidFill>
              <a:srgbClr val="B9D5F0"/>
            </a:solidFill>
            <a:prstDash val="solid"/>
          </a:ln>
        </p:spPr>
      </p:sp>
      <p:sp>
        <p:nvSpPr>
          <p:cNvPr id="13" name="">
            <a:extLst xmlns:a="http://schemas.openxmlformats.org/drawingml/2006/main">
              <a:ext uri="{FF2B5EF4-FFF2-40B4-BE49-F238E27FC236}">
                <a16:creationId xmlns:a16="http://schemas.microsoft.com/office/drawing/2014/main" id="{0CE60D44-3355-4B36-9190-34E6971CE42F}"/>
              </a:ext>
            </a:extLst>
          </p:cNvPr>
          <p:cNvSpPr>
            <a:spLocks xmlns:a="http://schemas.openxmlformats.org/drawingml/2006/main" noGrp="1"/>
          </p:cNvSpPr>
          <p:nvPr/>
        </p:nvSpPr>
        <p:spPr>
          <a:xfrm xmlns:a="http://schemas.openxmlformats.org/drawingml/2006/main">
            <a:off x="9791700" y="19431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4" name="">
            <a:extLst xmlns:a="http://schemas.openxmlformats.org/drawingml/2006/main">
              <a:ext uri="{FF2B5EF4-FFF2-40B4-BE49-F238E27FC236}">
                <a16:creationId xmlns:a16="http://schemas.microsoft.com/office/drawing/2014/main" id="{DBBC5C7F-B5B5-4090-9AC3-ACE016B19C7B}"/>
              </a:ext>
            </a:extLst>
          </p:cNvPr>
          <p:cNvSpPr>
            <a:spLocks xmlns:a="http://schemas.openxmlformats.org/drawingml/2006/main" noGrp="1"/>
          </p:cNvSpPr>
          <p:nvPr/>
        </p:nvSpPr>
        <p:spPr>
          <a:xfrm xmlns:a="http://schemas.openxmlformats.org/drawingml/2006/main">
            <a:off x="9791700" y="2228850"/>
            <a:ext cx="13716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5" name="">
            <a:extLst xmlns:a="http://schemas.openxmlformats.org/drawingml/2006/main">
              <a:ext uri="{FF2B5EF4-FFF2-40B4-BE49-F238E27FC236}">
                <a16:creationId xmlns:a16="http://schemas.microsoft.com/office/drawing/2014/main" id="{D0241D1E-9EB8-4814-8056-6B08856B1736}"/>
              </a:ext>
            </a:extLst>
          </p:cNvPr>
          <p:cNvSpPr>
            <a:spLocks xmlns:a="http://schemas.openxmlformats.org/drawingml/2006/main" noGrp="1"/>
          </p:cNvSpPr>
          <p:nvPr/>
        </p:nvSpPr>
        <p:spPr>
          <a:xfrm xmlns:a="http://schemas.openxmlformats.org/drawingml/2006/main">
            <a:off x="9620250" y="1524000"/>
            <a:ext cx="169545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16" name="">
            <a:extLst xmlns:a="http://schemas.openxmlformats.org/drawingml/2006/main">
              <a:ext uri="{FF2B5EF4-FFF2-40B4-BE49-F238E27FC236}">
                <a16:creationId xmlns:a16="http://schemas.microsoft.com/office/drawing/2014/main" id="{8AF1AE97-A287-4516-9BE6-48D1FE19FC80}"/>
              </a:ext>
            </a:extLst>
          </p:cNvPr>
          <p:cNvSpPr>
            <a:spLocks xmlns:a="http://schemas.openxmlformats.org/drawingml/2006/main" noGrp="1"/>
          </p:cNvSpPr>
          <p:nvPr/>
        </p:nvSpPr>
        <p:spPr>
          <a:xfrm xmlns:a="http://schemas.openxmlformats.org/drawingml/2006/main">
            <a:off x="9715500" y="1571625"/>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xmlns:p14="http://schemas.microsoft.com/office/powerpoint/2010/main" val="662108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392DAB-E8A8-4977-8AD4-CE6CB9F83B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41C690-71E5-4D77-AA08-6E876C5DF50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02AC83E-83DB-4DE6-A8FF-6CBFD4331D3A}"/>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4" name="">
            <a:extLst xmlns:a="http://schemas.openxmlformats.org/drawingml/2006/main">
              <a:ext uri="{FF2B5EF4-FFF2-40B4-BE49-F238E27FC236}">
                <a16:creationId xmlns:a16="http://schemas.microsoft.com/office/drawing/2014/main" id="{D44DCE9D-CB43-4340-8340-11CBFFEF78A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5" name="">
            <a:extLst xmlns:a="http://schemas.openxmlformats.org/drawingml/2006/main">
              <a:ext uri="{FF2B5EF4-FFF2-40B4-BE49-F238E27FC236}">
                <a16:creationId xmlns:a16="http://schemas.microsoft.com/office/drawing/2014/main" id="{A313FE4B-EC8C-416C-993F-52A7AC629D1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6" name="">
            <a:extLst xmlns:a="http://schemas.openxmlformats.org/drawingml/2006/main">
              <a:ext uri="{FF2B5EF4-FFF2-40B4-BE49-F238E27FC236}">
                <a16:creationId xmlns:a16="http://schemas.microsoft.com/office/drawing/2014/main" id="{27368397-13A8-438B-A597-02CCD896695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2581E5C-BAA2-42FB-8445-51FC5CDDA7D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3CB860E-A93A-4CBD-AAED-2424FB3D56B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474F3DA-77A4-45E6-8292-3B0F994652F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F694BD5B-7E10-47EF-855C-3565070A68C4}"/>
              </a:ext>
            </a:extLst>
          </p:cNvPr>
          <p:cNvSpPr>
            <a:spLocks xmlns:a="http://schemas.openxmlformats.org/drawingml/2006/main" noGrp="1"/>
          </p:cNvSpPr>
          <p:nvPr/>
        </p:nvSpPr>
        <p:spPr>
          <a:xfrm xmlns:a="http://schemas.openxmlformats.org/drawingml/2006/main">
            <a:off x="514350" y="1428750"/>
            <a:ext cx="843915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1f13ed1d2694a25"/>
          <a:stretch xmlns:a="http://schemas.openxmlformats.org/drawingml/2006/main"/>
        </p:blipFill>
        <p:spPr>
          <a:xfrm xmlns:a="http://schemas.openxmlformats.org/drawingml/2006/main">
            <a:off x="2352675" y="1504950"/>
            <a:ext cx="47625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9B758F-BC89-4DFB-A79C-AEF190664056}"/>
              </a:ext>
            </a:extLst>
          </p:cNvPr>
          <p:cNvSpPr>
            <a:spLocks xmlns:a="http://schemas.openxmlformats.org/drawingml/2006/main" noGrp="1"/>
          </p:cNvSpPr>
          <p:nvPr/>
        </p:nvSpPr>
        <p:spPr>
          <a:xfrm xmlns:a="http://schemas.openxmlformats.org/drawingml/2006/main">
            <a:off x="9429750" y="1790700"/>
            <a:ext cx="1952625" cy="1857375"/>
          </a:xfrm>
          <a:prstGeom xmlns:a="http://schemas.openxmlformats.org/drawingml/2006/main" prst="roundRect">
            <a:avLst>
              <a:gd name="adj" fmla="val 4103"/>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5766CCDF-D4DF-4CC7-9193-8F87A3128568}"/>
              </a:ext>
            </a:extLst>
          </p:cNvPr>
          <p:cNvSpPr>
            <a:spLocks xmlns:a="http://schemas.openxmlformats.org/drawingml/2006/main" noGrp="1"/>
          </p:cNvSpPr>
          <p:nvPr/>
        </p:nvSpPr>
        <p:spPr>
          <a:xfrm xmlns:a="http://schemas.openxmlformats.org/drawingml/2006/main">
            <a:off x="9601200" y="1962150"/>
            <a:ext cx="16097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4" name="">
            <a:extLst xmlns:a="http://schemas.openxmlformats.org/drawingml/2006/main">
              <a:ext uri="{FF2B5EF4-FFF2-40B4-BE49-F238E27FC236}">
                <a16:creationId xmlns:a16="http://schemas.microsoft.com/office/drawing/2014/main" id="{F38D73B5-1B15-47A6-8433-31ADE187A3A1}"/>
              </a:ext>
            </a:extLst>
          </p:cNvPr>
          <p:cNvSpPr>
            <a:spLocks xmlns:a="http://schemas.openxmlformats.org/drawingml/2006/main" noGrp="1"/>
          </p:cNvSpPr>
          <p:nvPr/>
        </p:nvSpPr>
        <p:spPr>
          <a:xfrm xmlns:a="http://schemas.openxmlformats.org/drawingml/2006/main">
            <a:off x="9601200" y="2247900"/>
            <a:ext cx="1609725" cy="1266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5" name="">
            <a:extLst xmlns:a="http://schemas.openxmlformats.org/drawingml/2006/main">
              <a:ext uri="{FF2B5EF4-FFF2-40B4-BE49-F238E27FC236}">
                <a16:creationId xmlns:a16="http://schemas.microsoft.com/office/drawing/2014/main" id="{4105CE1F-C7D7-4CB3-8D39-4FF5E145F715}"/>
              </a:ext>
            </a:extLst>
          </p:cNvPr>
          <p:cNvSpPr>
            <a:spLocks xmlns:a="http://schemas.openxmlformats.org/drawingml/2006/main" noGrp="1"/>
          </p:cNvSpPr>
          <p:nvPr/>
        </p:nvSpPr>
        <p:spPr>
          <a:xfrm xmlns:a="http://schemas.openxmlformats.org/drawingml/2006/main">
            <a:off x="9620250" y="1524000"/>
            <a:ext cx="19240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2BED9B68-6863-4533-ADED-9DCE19ED06EE}"/>
              </a:ext>
            </a:extLst>
          </p:cNvPr>
          <p:cNvSpPr>
            <a:spLocks xmlns:a="http://schemas.openxmlformats.org/drawingml/2006/main" noGrp="1"/>
          </p:cNvSpPr>
          <p:nvPr/>
        </p:nvSpPr>
        <p:spPr>
          <a:xfrm xmlns:a="http://schemas.openxmlformats.org/drawingml/2006/main">
            <a:off x="9715500" y="1571625"/>
            <a:ext cx="1733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xmlns:p14="http://schemas.microsoft.com/office/powerpoint/2010/main" val="4806218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AB1565-098A-4AE1-B934-375015CED4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75D795A-3CD6-41C3-A2CB-2A1FF52C4E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D79DEB8-1A03-4CE5-BE32-F979CAD6EB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4" name="">
            <a:extLst xmlns:a="http://schemas.openxmlformats.org/drawingml/2006/main">
              <a:ext uri="{FF2B5EF4-FFF2-40B4-BE49-F238E27FC236}">
                <a16:creationId xmlns:a16="http://schemas.microsoft.com/office/drawing/2014/main" id="{7588136F-68EB-4FAE-8A2C-8F1A8C79FDD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5" name="">
            <a:extLst xmlns:a="http://schemas.openxmlformats.org/drawingml/2006/main">
              <a:ext uri="{FF2B5EF4-FFF2-40B4-BE49-F238E27FC236}">
                <a16:creationId xmlns:a16="http://schemas.microsoft.com/office/drawing/2014/main" id="{481B0FD1-485C-471D-8430-C317B801CA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6" name="">
            <a:extLst xmlns:a="http://schemas.openxmlformats.org/drawingml/2006/main">
              <a:ext uri="{FF2B5EF4-FFF2-40B4-BE49-F238E27FC236}">
                <a16:creationId xmlns:a16="http://schemas.microsoft.com/office/drawing/2014/main" id="{9B4DAB9E-E25E-48B9-AF38-DD309F0E3AD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BF4075A-2FCC-4D63-9548-11E46256231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F5C0BC-7442-4487-A44F-FA822506D8E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ABE84A9-3928-40AB-9D52-A3015AAC430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104DF006-76DF-4E57-B336-68C676E8EF92}"/>
              </a:ext>
            </a:extLst>
          </p:cNvPr>
          <p:cNvSpPr>
            <a:spLocks xmlns:a="http://schemas.openxmlformats.org/drawingml/2006/main" noGrp="1"/>
          </p:cNvSpPr>
          <p:nvPr/>
        </p:nvSpPr>
        <p:spPr>
          <a:xfrm xmlns:a="http://schemas.openxmlformats.org/drawingml/2006/main">
            <a:off x="514350" y="1428750"/>
            <a:ext cx="8772525"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c3b52eb40eb42fc"/>
          <a:stretch xmlns:a="http://schemas.openxmlformats.org/drawingml/2006/main"/>
        </p:blipFill>
        <p:spPr>
          <a:xfrm xmlns:a="http://schemas.openxmlformats.org/drawingml/2006/main">
            <a:off x="1791758" y="1504950"/>
            <a:ext cx="621770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4AF113-644A-4980-8C13-46AED3F8D3FB}"/>
              </a:ext>
            </a:extLst>
          </p:cNvPr>
          <p:cNvSpPr>
            <a:spLocks xmlns:a="http://schemas.openxmlformats.org/drawingml/2006/main" noGrp="1"/>
          </p:cNvSpPr>
          <p:nvPr/>
        </p:nvSpPr>
        <p:spPr>
          <a:xfrm xmlns:a="http://schemas.openxmlformats.org/drawingml/2006/main">
            <a:off x="9572625" y="1790700"/>
            <a:ext cx="1809750" cy="1809750"/>
          </a:xfrm>
          <a:prstGeom xmlns:a="http://schemas.openxmlformats.org/drawingml/2006/main" prst="roundRect">
            <a:avLst>
              <a:gd name="adj" fmla="val 4211"/>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17C71D0B-E9A8-4911-A9D7-F14B5714FC35}"/>
              </a:ext>
            </a:extLst>
          </p:cNvPr>
          <p:cNvSpPr>
            <a:spLocks xmlns:a="http://schemas.openxmlformats.org/drawingml/2006/main" noGrp="1"/>
          </p:cNvSpPr>
          <p:nvPr/>
        </p:nvSpPr>
        <p:spPr>
          <a:xfrm xmlns:a="http://schemas.openxmlformats.org/drawingml/2006/main">
            <a:off x="9744075" y="19621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4" name="">
            <a:extLst xmlns:a="http://schemas.openxmlformats.org/drawingml/2006/main">
              <a:ext uri="{FF2B5EF4-FFF2-40B4-BE49-F238E27FC236}">
                <a16:creationId xmlns:a16="http://schemas.microsoft.com/office/drawing/2014/main" id="{A8B34F58-F3CA-4EBE-8C09-D4D6CFB4DA24}"/>
              </a:ext>
            </a:extLst>
          </p:cNvPr>
          <p:cNvSpPr>
            <a:spLocks xmlns:a="http://schemas.openxmlformats.org/drawingml/2006/main" noGrp="1"/>
          </p:cNvSpPr>
          <p:nvPr/>
        </p:nvSpPr>
        <p:spPr>
          <a:xfrm xmlns:a="http://schemas.openxmlformats.org/drawingml/2006/main">
            <a:off x="9744075" y="2247900"/>
            <a:ext cx="14668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5" name="">
            <a:extLst xmlns:a="http://schemas.openxmlformats.org/drawingml/2006/main">
              <a:ext uri="{FF2B5EF4-FFF2-40B4-BE49-F238E27FC236}">
                <a16:creationId xmlns:a16="http://schemas.microsoft.com/office/drawing/2014/main" id="{EB395775-FF69-4FE7-8115-904114C75855}"/>
              </a:ext>
            </a:extLst>
          </p:cNvPr>
          <p:cNvSpPr>
            <a:spLocks xmlns:a="http://schemas.openxmlformats.org/drawingml/2006/main" noGrp="1"/>
          </p:cNvSpPr>
          <p:nvPr/>
        </p:nvSpPr>
        <p:spPr>
          <a:xfrm xmlns:a="http://schemas.openxmlformats.org/drawingml/2006/main">
            <a:off x="9620250" y="1524000"/>
            <a:ext cx="20002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D6B8B9BB-8CE2-412E-8C92-D8251777415F}"/>
              </a:ext>
            </a:extLst>
          </p:cNvPr>
          <p:cNvSpPr>
            <a:spLocks xmlns:a="http://schemas.openxmlformats.org/drawingml/2006/main" noGrp="1"/>
          </p:cNvSpPr>
          <p:nvPr/>
        </p:nvSpPr>
        <p:spPr>
          <a:xfrm xmlns:a="http://schemas.openxmlformats.org/drawingml/2006/main">
            <a:off x="971550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xmlns:p14="http://schemas.microsoft.com/office/powerpoint/2010/main" val="18979424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253280-7512-42B3-926F-1606984C07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6D7F1E-5967-42AB-8F95-3F3D3F98392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FD12ECB-EE46-4E0D-8ECA-CA5EDA0819F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4" name="">
            <a:extLst xmlns:a="http://schemas.openxmlformats.org/drawingml/2006/main">
              <a:ext uri="{FF2B5EF4-FFF2-40B4-BE49-F238E27FC236}">
                <a16:creationId xmlns:a16="http://schemas.microsoft.com/office/drawing/2014/main" id="{284807B2-A84F-482B-A9BC-73772796C5C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5" name="">
            <a:extLst xmlns:a="http://schemas.openxmlformats.org/drawingml/2006/main">
              <a:ext uri="{FF2B5EF4-FFF2-40B4-BE49-F238E27FC236}">
                <a16:creationId xmlns:a16="http://schemas.microsoft.com/office/drawing/2014/main" id="{F5E1942D-5D27-4144-8687-E6CB6531B3E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6" name="">
            <a:extLst xmlns:a="http://schemas.openxmlformats.org/drawingml/2006/main">
              <a:ext uri="{FF2B5EF4-FFF2-40B4-BE49-F238E27FC236}">
                <a16:creationId xmlns:a16="http://schemas.microsoft.com/office/drawing/2014/main" id="{70A73BCD-5DF2-41C5-BACC-8AF9763D55F6}"/>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C1092FB-6DBD-4FBF-BCED-D1C8655AEB2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C87EB60-8E62-4251-B59F-1420E5EC756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EE77E67-CAE7-47F7-9FC8-0FB70C4F486F}"/>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BB7322A9-14C6-4F2F-A187-6B243DD4E5E4}"/>
              </a:ext>
            </a:extLst>
          </p:cNvPr>
          <p:cNvSpPr>
            <a:spLocks xmlns:a="http://schemas.openxmlformats.org/drawingml/2006/main" noGrp="1"/>
          </p:cNvSpPr>
          <p:nvPr/>
        </p:nvSpPr>
        <p:spPr>
          <a:xfrm xmlns:a="http://schemas.openxmlformats.org/drawingml/2006/main">
            <a:off x="476250" y="1409700"/>
            <a:ext cx="9963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0bc24fbf5ee4c41"/>
          <a:stretch xmlns:a="http://schemas.openxmlformats.org/drawingml/2006/main"/>
        </p:blipFill>
        <p:spPr>
          <a:xfrm xmlns:a="http://schemas.openxmlformats.org/drawingml/2006/main">
            <a:off x="2178504" y="1485900"/>
            <a:ext cx="6558643"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71671D-21C5-482C-B55B-0DE1A2F505FA}"/>
              </a:ext>
            </a:extLst>
          </p:cNvPr>
          <p:cNvSpPr>
            <a:spLocks xmlns:a="http://schemas.openxmlformats.org/drawingml/2006/main" noGrp="1"/>
          </p:cNvSpPr>
          <p:nvPr/>
        </p:nvSpPr>
        <p:spPr>
          <a:xfrm xmlns:a="http://schemas.openxmlformats.org/drawingml/2006/main">
            <a:off x="10496550" y="1771650"/>
            <a:ext cx="1123950" cy="20764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5EAE719-2C48-4714-B166-294D5EA57EC4}"/>
              </a:ext>
            </a:extLst>
          </p:cNvPr>
          <p:cNvSpPr>
            <a:spLocks xmlns:a="http://schemas.openxmlformats.org/drawingml/2006/main" noGrp="1"/>
          </p:cNvSpPr>
          <p:nvPr/>
        </p:nvSpPr>
        <p:spPr>
          <a:xfrm xmlns:a="http://schemas.openxmlformats.org/drawingml/2006/main">
            <a:off x="10668000" y="19431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4" name="">
            <a:extLst xmlns:a="http://schemas.openxmlformats.org/drawingml/2006/main">
              <a:ext uri="{FF2B5EF4-FFF2-40B4-BE49-F238E27FC236}">
                <a16:creationId xmlns:a16="http://schemas.microsoft.com/office/drawing/2014/main" id="{F29C8BCA-CBB3-4B27-905D-87A19DB566A9}"/>
              </a:ext>
            </a:extLst>
          </p:cNvPr>
          <p:cNvSpPr>
            <a:spLocks xmlns:a="http://schemas.openxmlformats.org/drawingml/2006/main" noGrp="1"/>
          </p:cNvSpPr>
          <p:nvPr/>
        </p:nvSpPr>
        <p:spPr>
          <a:xfrm xmlns:a="http://schemas.openxmlformats.org/drawingml/2006/main">
            <a:off x="10668000" y="2228850"/>
            <a:ext cx="78105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5" name="">
            <a:extLst xmlns:a="http://schemas.openxmlformats.org/drawingml/2006/main">
              <a:ext uri="{FF2B5EF4-FFF2-40B4-BE49-F238E27FC236}">
                <a16:creationId xmlns:a16="http://schemas.microsoft.com/office/drawing/2014/main" id="{F8A40583-3F2C-42A7-9BC5-3473A21911AD}"/>
              </a:ext>
            </a:extLst>
          </p:cNvPr>
          <p:cNvSpPr>
            <a:spLocks xmlns:a="http://schemas.openxmlformats.org/drawingml/2006/main" noGrp="1"/>
          </p:cNvSpPr>
          <p:nvPr/>
        </p:nvSpPr>
        <p:spPr>
          <a:xfrm xmlns:a="http://schemas.openxmlformats.org/drawingml/2006/main">
            <a:off x="10439400" y="4000500"/>
            <a:ext cx="11811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B3CBED6F-8E53-4593-B424-1675382583FA}"/>
              </a:ext>
            </a:extLst>
          </p:cNvPr>
          <p:cNvSpPr>
            <a:spLocks xmlns:a="http://schemas.openxmlformats.org/drawingml/2006/main" noGrp="1"/>
          </p:cNvSpPr>
          <p:nvPr/>
        </p:nvSpPr>
        <p:spPr>
          <a:xfrm xmlns:a="http://schemas.openxmlformats.org/drawingml/2006/main">
            <a:off x="10534650" y="4048125"/>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xmlns:p14="http://schemas.microsoft.com/office/powerpoint/2010/main" val="14905178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EB02AC-582E-4176-A320-3550360FA0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DFF969-568D-47FB-984E-9CB80DD4F0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4106BE-D2CF-4B2E-8729-DC8DA4DE1BF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4" name="">
            <a:extLst xmlns:a="http://schemas.openxmlformats.org/drawingml/2006/main">
              <a:ext uri="{FF2B5EF4-FFF2-40B4-BE49-F238E27FC236}">
                <a16:creationId xmlns:a16="http://schemas.microsoft.com/office/drawing/2014/main" id="{E115FB90-BEB1-4336-BB00-53EE14695A9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5" name="">
            <a:extLst xmlns:a="http://schemas.openxmlformats.org/drawingml/2006/main">
              <a:ext uri="{FF2B5EF4-FFF2-40B4-BE49-F238E27FC236}">
                <a16:creationId xmlns:a16="http://schemas.microsoft.com/office/drawing/2014/main" id="{F16BF10A-5732-4774-BA6F-2F462565E98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6" name="">
            <a:extLst xmlns:a="http://schemas.openxmlformats.org/drawingml/2006/main">
              <a:ext uri="{FF2B5EF4-FFF2-40B4-BE49-F238E27FC236}">
                <a16:creationId xmlns:a16="http://schemas.microsoft.com/office/drawing/2014/main" id="{B8D3439A-70E0-46CE-8D55-7D01785D4737}"/>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1BF93F-A63E-4252-AD59-3E9AAB679613}"/>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2587B1E-EF1D-41ED-8D58-6870C15D3B1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D0231EF-91F6-4CC9-A993-9F66328E087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0" name="">
            <a:extLst xmlns:a="http://schemas.openxmlformats.org/drawingml/2006/main">
              <a:ext uri="{FF2B5EF4-FFF2-40B4-BE49-F238E27FC236}">
                <a16:creationId xmlns:a16="http://schemas.microsoft.com/office/drawing/2014/main" id="{24681AD5-3E47-4BBB-A382-E383987A3B01}"/>
              </a:ext>
            </a:extLst>
          </p:cNvPr>
          <p:cNvSpPr>
            <a:spLocks xmlns:a="http://schemas.openxmlformats.org/drawingml/2006/main" noGrp="1"/>
          </p:cNvSpPr>
          <p:nvPr/>
        </p:nvSpPr>
        <p:spPr>
          <a:xfrm xmlns:a="http://schemas.openxmlformats.org/drawingml/2006/main">
            <a:off x="514350" y="1428750"/>
            <a:ext cx="872490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3393908a140467f"/>
          <a:stretch xmlns:a="http://schemas.openxmlformats.org/drawingml/2006/main"/>
        </p:blipFill>
        <p:spPr>
          <a:xfrm xmlns:a="http://schemas.openxmlformats.org/drawingml/2006/main">
            <a:off x="2078831" y="1504950"/>
            <a:ext cx="55959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41A097-C44E-44AD-B5D4-BCC91F61691C}"/>
              </a:ext>
            </a:extLst>
          </p:cNvPr>
          <p:cNvSpPr>
            <a:spLocks xmlns:a="http://schemas.openxmlformats.org/drawingml/2006/main" noGrp="1"/>
          </p:cNvSpPr>
          <p:nvPr/>
        </p:nvSpPr>
        <p:spPr>
          <a:xfrm xmlns:a="http://schemas.openxmlformats.org/drawingml/2006/main">
            <a:off x="9572625" y="1771650"/>
            <a:ext cx="1809750" cy="1962150"/>
          </a:xfrm>
          <a:prstGeom xmlns:a="http://schemas.openxmlformats.org/drawingml/2006/main" prst="roundRect">
            <a:avLst>
              <a:gd name="adj" fmla="val 4211"/>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D306515-3DAA-4D13-9BE3-7BCA48C1DC38}"/>
              </a:ext>
            </a:extLst>
          </p:cNvPr>
          <p:cNvSpPr>
            <a:spLocks xmlns:a="http://schemas.openxmlformats.org/drawingml/2006/main" noGrp="1"/>
          </p:cNvSpPr>
          <p:nvPr/>
        </p:nvSpPr>
        <p:spPr>
          <a:xfrm xmlns:a="http://schemas.openxmlformats.org/drawingml/2006/main">
            <a:off x="9744075" y="19431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4" name="">
            <a:extLst xmlns:a="http://schemas.openxmlformats.org/drawingml/2006/main">
              <a:ext uri="{FF2B5EF4-FFF2-40B4-BE49-F238E27FC236}">
                <a16:creationId xmlns:a16="http://schemas.microsoft.com/office/drawing/2014/main" id="{2D8E7F2E-EB60-461A-9B7B-1D1D9A5C59B8}"/>
              </a:ext>
            </a:extLst>
          </p:cNvPr>
          <p:cNvSpPr>
            <a:spLocks xmlns:a="http://schemas.openxmlformats.org/drawingml/2006/main" noGrp="1"/>
          </p:cNvSpPr>
          <p:nvPr/>
        </p:nvSpPr>
        <p:spPr>
          <a:xfrm xmlns:a="http://schemas.openxmlformats.org/drawingml/2006/main">
            <a:off x="9744075" y="2228850"/>
            <a:ext cx="14668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5" name="">
            <a:extLst xmlns:a="http://schemas.openxmlformats.org/drawingml/2006/main">
              <a:ext uri="{FF2B5EF4-FFF2-40B4-BE49-F238E27FC236}">
                <a16:creationId xmlns:a16="http://schemas.microsoft.com/office/drawing/2014/main" id="{EE70F8BC-811B-4EEE-8496-C610A181E6E4}"/>
              </a:ext>
            </a:extLst>
          </p:cNvPr>
          <p:cNvSpPr>
            <a:spLocks xmlns:a="http://schemas.openxmlformats.org/drawingml/2006/main" noGrp="1"/>
          </p:cNvSpPr>
          <p:nvPr/>
        </p:nvSpPr>
        <p:spPr>
          <a:xfrm xmlns:a="http://schemas.openxmlformats.org/drawingml/2006/main">
            <a:off x="9620250" y="1524000"/>
            <a:ext cx="20955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A5088D2E-C87D-47BA-AFB2-E543DFA68FE2}"/>
              </a:ext>
            </a:extLst>
          </p:cNvPr>
          <p:cNvSpPr>
            <a:spLocks xmlns:a="http://schemas.openxmlformats.org/drawingml/2006/main" noGrp="1"/>
          </p:cNvSpPr>
          <p:nvPr/>
        </p:nvSpPr>
        <p:spPr>
          <a:xfrm xmlns:a="http://schemas.openxmlformats.org/drawingml/2006/main">
            <a:off x="9715500" y="1571625"/>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xmlns:p14="http://schemas.microsoft.com/office/powerpoint/2010/main" val="15155368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D6462A-9ED3-4049-AEB3-1C11C5EDE1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61CF39-C56C-448C-B399-71C62C89240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E03DBB-5B14-46A2-8F8D-04878CCDE1C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4" name="">
            <a:extLst xmlns:a="http://schemas.openxmlformats.org/drawingml/2006/main">
              <a:ext uri="{FF2B5EF4-FFF2-40B4-BE49-F238E27FC236}">
                <a16:creationId xmlns:a16="http://schemas.microsoft.com/office/drawing/2014/main" id="{87523DB9-7F6C-48F5-BFC5-629820A3146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5" name="">
            <a:extLst xmlns:a="http://schemas.openxmlformats.org/drawingml/2006/main">
              <a:ext uri="{FF2B5EF4-FFF2-40B4-BE49-F238E27FC236}">
                <a16:creationId xmlns:a16="http://schemas.microsoft.com/office/drawing/2014/main" id="{7BE72F2C-1BCF-466C-AE9B-9DC5C4E3ED9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6" name="">
            <a:extLst xmlns:a="http://schemas.openxmlformats.org/drawingml/2006/main">
              <a:ext uri="{FF2B5EF4-FFF2-40B4-BE49-F238E27FC236}">
                <a16:creationId xmlns:a16="http://schemas.microsoft.com/office/drawing/2014/main" id="{5D9324F7-812A-4F76-9572-7E4B5F669CAD}"/>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478756A-F6C3-4FB4-A92E-BF275F567AB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A22AAF-C39D-474A-B910-F39F7A8F81CD}"/>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20EB977-899F-4687-8A63-8A9C7579EBE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45DE253B-52C4-4206-A966-F280471F5DEC}"/>
              </a:ext>
            </a:extLst>
          </p:cNvPr>
          <p:cNvSpPr>
            <a:spLocks xmlns:a="http://schemas.openxmlformats.org/drawingml/2006/main" noGrp="1"/>
          </p:cNvSpPr>
          <p:nvPr/>
        </p:nvSpPr>
        <p:spPr>
          <a:xfrm xmlns:a="http://schemas.openxmlformats.org/drawingml/2006/main">
            <a:off x="514350" y="1428750"/>
            <a:ext cx="862965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0e806cc6d2640f3"/>
          <a:stretch xmlns:a="http://schemas.openxmlformats.org/drawingml/2006/main"/>
        </p:blipFill>
        <p:spPr>
          <a:xfrm xmlns:a="http://schemas.openxmlformats.org/drawingml/2006/main">
            <a:off x="1041156" y="1504950"/>
            <a:ext cx="75760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D1D9FF3-D5BE-4FC1-8F79-DB821D55D8C2}"/>
              </a:ext>
            </a:extLst>
          </p:cNvPr>
          <p:cNvSpPr>
            <a:spLocks xmlns:a="http://schemas.openxmlformats.org/drawingml/2006/main" noGrp="1"/>
          </p:cNvSpPr>
          <p:nvPr/>
        </p:nvSpPr>
        <p:spPr>
          <a:xfrm xmlns:a="http://schemas.openxmlformats.org/drawingml/2006/main">
            <a:off x="9572625" y="1771650"/>
            <a:ext cx="1847850" cy="2000250"/>
          </a:xfrm>
          <a:prstGeom xmlns:a="http://schemas.openxmlformats.org/drawingml/2006/main" prst="roundRect">
            <a:avLst>
              <a:gd name="adj" fmla="val 4124"/>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98C9F687-559E-4C33-BCFB-C04358B9E81B}"/>
              </a:ext>
            </a:extLst>
          </p:cNvPr>
          <p:cNvSpPr>
            <a:spLocks xmlns:a="http://schemas.openxmlformats.org/drawingml/2006/main" noGrp="1"/>
          </p:cNvSpPr>
          <p:nvPr/>
        </p:nvSpPr>
        <p:spPr>
          <a:xfrm xmlns:a="http://schemas.openxmlformats.org/drawingml/2006/main">
            <a:off x="9744075" y="1943100"/>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4" name="">
            <a:extLst xmlns:a="http://schemas.openxmlformats.org/drawingml/2006/main">
              <a:ext uri="{FF2B5EF4-FFF2-40B4-BE49-F238E27FC236}">
                <a16:creationId xmlns:a16="http://schemas.microsoft.com/office/drawing/2014/main" id="{ADAA03A7-422E-4FE2-B05F-DB6B18D38514}"/>
              </a:ext>
            </a:extLst>
          </p:cNvPr>
          <p:cNvSpPr>
            <a:spLocks xmlns:a="http://schemas.openxmlformats.org/drawingml/2006/main" noGrp="1"/>
          </p:cNvSpPr>
          <p:nvPr/>
        </p:nvSpPr>
        <p:spPr>
          <a:xfrm xmlns:a="http://schemas.openxmlformats.org/drawingml/2006/main">
            <a:off x="9744075" y="2228850"/>
            <a:ext cx="15049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5" name="">
            <a:extLst xmlns:a="http://schemas.openxmlformats.org/drawingml/2006/main">
              <a:ext uri="{FF2B5EF4-FFF2-40B4-BE49-F238E27FC236}">
                <a16:creationId xmlns:a16="http://schemas.microsoft.com/office/drawing/2014/main" id="{4AD6BE3A-C4E1-4E0F-A9EA-27878169AD09}"/>
              </a:ext>
            </a:extLst>
          </p:cNvPr>
          <p:cNvSpPr>
            <a:spLocks xmlns:a="http://schemas.openxmlformats.org/drawingml/2006/main" noGrp="1"/>
          </p:cNvSpPr>
          <p:nvPr/>
        </p:nvSpPr>
        <p:spPr>
          <a:xfrm xmlns:a="http://schemas.openxmlformats.org/drawingml/2006/main">
            <a:off x="96202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6" name="">
            <a:extLst xmlns:a="http://schemas.openxmlformats.org/drawingml/2006/main">
              <a:ext uri="{FF2B5EF4-FFF2-40B4-BE49-F238E27FC236}">
                <a16:creationId xmlns:a16="http://schemas.microsoft.com/office/drawing/2014/main" id="{D119E118-8FFD-4E50-9E29-8D99FD688BBD}"/>
              </a:ext>
            </a:extLst>
          </p:cNvPr>
          <p:cNvSpPr>
            <a:spLocks xmlns:a="http://schemas.openxmlformats.org/drawingml/2006/main" noGrp="1"/>
          </p:cNvSpPr>
          <p:nvPr/>
        </p:nvSpPr>
        <p:spPr>
          <a:xfrm xmlns:a="http://schemas.openxmlformats.org/drawingml/2006/main">
            <a:off x="97155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xmlns:p14="http://schemas.microsoft.com/office/powerpoint/2010/main" val="1572542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5C328C-60A0-4050-887F-22341E41A6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49D938-DA63-4A11-9CEE-4882EC7D486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F9142E-C532-4768-9CF5-5EDB8D6C41F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4" name="">
            <a:extLst xmlns:a="http://schemas.openxmlformats.org/drawingml/2006/main">
              <a:ext uri="{FF2B5EF4-FFF2-40B4-BE49-F238E27FC236}">
                <a16:creationId xmlns:a16="http://schemas.microsoft.com/office/drawing/2014/main" id="{4336BF20-20A4-4291-8AF7-3E32F2B8112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5" name="">
            <a:extLst xmlns:a="http://schemas.openxmlformats.org/drawingml/2006/main">
              <a:ext uri="{FF2B5EF4-FFF2-40B4-BE49-F238E27FC236}">
                <a16:creationId xmlns:a16="http://schemas.microsoft.com/office/drawing/2014/main" id="{B4D14D46-DB29-42CD-8EE8-F4AE97370C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6" name="">
            <a:extLst xmlns:a="http://schemas.openxmlformats.org/drawingml/2006/main">
              <a:ext uri="{FF2B5EF4-FFF2-40B4-BE49-F238E27FC236}">
                <a16:creationId xmlns:a16="http://schemas.microsoft.com/office/drawing/2014/main" id="{39254474-9C34-4CD3-B1BC-85BB038E0945}"/>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BDF2E82-612F-47B7-AE19-9CA8A2729BA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6026FD-B328-4E6B-96A7-8FC8A2604F7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E85EC68-9794-45BD-B8F6-F09F365FD90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0193A485-CDBA-4339-9927-E091C963AFA9}"/>
              </a:ext>
            </a:extLst>
          </p:cNvPr>
          <p:cNvSpPr>
            <a:spLocks xmlns:a="http://schemas.openxmlformats.org/drawingml/2006/main" noGrp="1"/>
          </p:cNvSpPr>
          <p:nvPr/>
        </p:nvSpPr>
        <p:spPr>
          <a:xfrm xmlns:a="http://schemas.openxmlformats.org/drawingml/2006/main">
            <a:off x="1143000" y="2971800"/>
            <a:ext cx="9144000" cy="3810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D07AD3C-3D25-4B15-B245-C345614B38B0}"/>
              </a:ext>
            </a:extLst>
          </p:cNvPr>
          <p:cNvSpPr>
            <a:spLocks xmlns:a="http://schemas.openxmlformats.org/drawingml/2006/main" noGrp="1"/>
          </p:cNvSpPr>
          <p:nvPr/>
        </p:nvSpPr>
        <p:spPr>
          <a:xfrm xmlns:a="http://schemas.openxmlformats.org/drawingml/2006/main">
            <a:off x="1866900" y="2552700"/>
            <a:ext cx="1466850" cy="914400"/>
          </a:xfrm>
          <a:prstGeom xmlns:a="http://schemas.openxmlformats.org/drawingml/2006/main" prst="roundRect">
            <a:avLst>
              <a:gd name="adj" fmla="val 8333"/>
            </a:avLst>
          </a:prstGeom>
          <a:solidFill xmlns:a="http://schemas.openxmlformats.org/drawingml/2006/main">
            <a:srgbClr val="E8F1FA"/>
          </a:solidFill>
          <a:ln xmlns:a="http://schemas.openxmlformats.org/drawingml/2006/main" w="19050">
            <a:solidFill>
              <a:srgbClr val="9AC1E6"/>
            </a:solidFill>
            <a:prstDash val="solid"/>
          </a:ln>
        </p:spPr>
      </p:sp>
      <p:sp>
        <p:nvSpPr>
          <p:cNvPr id="12" name="">
            <a:extLst xmlns:a="http://schemas.openxmlformats.org/drawingml/2006/main">
              <a:ext uri="{FF2B5EF4-FFF2-40B4-BE49-F238E27FC236}">
                <a16:creationId xmlns:a16="http://schemas.microsoft.com/office/drawing/2014/main" id="{88DAABB6-076A-4520-8B7C-D66FACC6EBC7}"/>
              </a:ext>
            </a:extLst>
          </p:cNvPr>
          <p:cNvSpPr>
            <a:spLocks xmlns:a="http://schemas.openxmlformats.org/drawingml/2006/main" noGrp="1"/>
          </p:cNvSpPr>
          <p:nvPr/>
        </p:nvSpPr>
        <p:spPr>
          <a:xfrm xmlns:a="http://schemas.openxmlformats.org/drawingml/2006/main">
            <a:off x="203835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3" name="">
            <a:extLst xmlns:a="http://schemas.openxmlformats.org/drawingml/2006/main">
              <a:ext uri="{FF2B5EF4-FFF2-40B4-BE49-F238E27FC236}">
                <a16:creationId xmlns:a16="http://schemas.microsoft.com/office/drawing/2014/main" id="{68F00FEA-87E2-478D-8482-B919C5853CC7}"/>
              </a:ext>
            </a:extLst>
          </p:cNvPr>
          <p:cNvSpPr>
            <a:spLocks xmlns:a="http://schemas.openxmlformats.org/drawingml/2006/main" noGrp="1"/>
          </p:cNvSpPr>
          <p:nvPr/>
        </p:nvSpPr>
        <p:spPr>
          <a:xfrm xmlns:a="http://schemas.openxmlformats.org/drawingml/2006/main">
            <a:off x="203835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4" name="">
            <a:extLst xmlns:a="http://schemas.openxmlformats.org/drawingml/2006/main">
              <a:ext uri="{FF2B5EF4-FFF2-40B4-BE49-F238E27FC236}">
                <a16:creationId xmlns:a16="http://schemas.microsoft.com/office/drawing/2014/main" id="{CE101F3C-5FD0-4C9A-AF03-09EA71033415}"/>
              </a:ext>
            </a:extLst>
          </p:cNvPr>
          <p:cNvSpPr>
            <a:spLocks xmlns:a="http://schemas.openxmlformats.org/drawingml/2006/main" noGrp="1"/>
          </p:cNvSpPr>
          <p:nvPr/>
        </p:nvSpPr>
        <p:spPr>
          <a:xfrm xmlns:a="http://schemas.openxmlformats.org/drawingml/2006/main">
            <a:off x="196215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5" name="">
            <a:extLst xmlns:a="http://schemas.openxmlformats.org/drawingml/2006/main">
              <a:ext uri="{FF2B5EF4-FFF2-40B4-BE49-F238E27FC236}">
                <a16:creationId xmlns:a16="http://schemas.microsoft.com/office/drawing/2014/main" id="{899733B5-98C5-42E0-B79E-122DDFE53681}"/>
              </a:ext>
            </a:extLst>
          </p:cNvPr>
          <p:cNvSpPr>
            <a:spLocks xmlns:a="http://schemas.openxmlformats.org/drawingml/2006/main" noGrp="1"/>
          </p:cNvSpPr>
          <p:nvPr/>
        </p:nvSpPr>
        <p:spPr>
          <a:xfrm xmlns:a="http://schemas.openxmlformats.org/drawingml/2006/main">
            <a:off x="8172450" y="2552700"/>
            <a:ext cx="1466850" cy="914400"/>
          </a:xfrm>
          <a:prstGeom xmlns:a="http://schemas.openxmlformats.org/drawingml/2006/main" prst="roundRect">
            <a:avLst>
              <a:gd name="adj" fmla="val 8333"/>
            </a:avLst>
          </a:prstGeom>
          <a:solidFill xmlns:a="http://schemas.openxmlformats.org/drawingml/2006/main">
            <a:srgbClr val="FFF4E6"/>
          </a:solidFill>
          <a:ln xmlns:a="http://schemas.openxmlformats.org/drawingml/2006/main" w="19050">
            <a:solidFill>
              <a:srgbClr val="F4B15F"/>
            </a:solidFill>
            <a:prstDash val="solid"/>
          </a:ln>
        </p:spPr>
      </p:sp>
      <p:sp>
        <p:nvSpPr>
          <p:cNvPr id="16" name="">
            <a:extLst xmlns:a="http://schemas.openxmlformats.org/drawingml/2006/main">
              <a:ext uri="{FF2B5EF4-FFF2-40B4-BE49-F238E27FC236}">
                <a16:creationId xmlns:a16="http://schemas.microsoft.com/office/drawing/2014/main" id="{BBA544F7-44D2-49DD-AE7A-46947077821A}"/>
              </a:ext>
            </a:extLst>
          </p:cNvPr>
          <p:cNvSpPr>
            <a:spLocks xmlns:a="http://schemas.openxmlformats.org/drawingml/2006/main" noGrp="1"/>
          </p:cNvSpPr>
          <p:nvPr/>
        </p:nvSpPr>
        <p:spPr>
          <a:xfrm xmlns:a="http://schemas.openxmlformats.org/drawingml/2006/main">
            <a:off x="834390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7" name="">
            <a:extLst xmlns:a="http://schemas.openxmlformats.org/drawingml/2006/main">
              <a:ext uri="{FF2B5EF4-FFF2-40B4-BE49-F238E27FC236}">
                <a16:creationId xmlns:a16="http://schemas.microsoft.com/office/drawing/2014/main" id="{40E68BBD-F561-45EC-8096-5B1A2A315732}"/>
              </a:ext>
            </a:extLst>
          </p:cNvPr>
          <p:cNvSpPr>
            <a:spLocks xmlns:a="http://schemas.openxmlformats.org/drawingml/2006/main" noGrp="1"/>
          </p:cNvSpPr>
          <p:nvPr/>
        </p:nvSpPr>
        <p:spPr>
          <a:xfrm xmlns:a="http://schemas.openxmlformats.org/drawingml/2006/main">
            <a:off x="834390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8" name="">
            <a:extLst xmlns:a="http://schemas.openxmlformats.org/drawingml/2006/main">
              <a:ext uri="{FF2B5EF4-FFF2-40B4-BE49-F238E27FC236}">
                <a16:creationId xmlns:a16="http://schemas.microsoft.com/office/drawing/2014/main" id="{BC6AAE9B-CA35-4910-B452-D6503240BEDB}"/>
              </a:ext>
            </a:extLst>
          </p:cNvPr>
          <p:cNvSpPr>
            <a:spLocks xmlns:a="http://schemas.openxmlformats.org/drawingml/2006/main" noGrp="1"/>
          </p:cNvSpPr>
          <p:nvPr/>
        </p:nvSpPr>
        <p:spPr>
          <a:xfrm xmlns:a="http://schemas.openxmlformats.org/drawingml/2006/main">
            <a:off x="826770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19" name="">
            <a:extLst xmlns:a="http://schemas.openxmlformats.org/drawingml/2006/main">
              <a:ext uri="{FF2B5EF4-FFF2-40B4-BE49-F238E27FC236}">
                <a16:creationId xmlns:a16="http://schemas.microsoft.com/office/drawing/2014/main" id="{16F38D5F-64CE-4F97-9247-06083F38553B}"/>
              </a:ext>
            </a:extLst>
          </p:cNvPr>
          <p:cNvSpPr>
            <a:spLocks xmlns:a="http://schemas.openxmlformats.org/drawingml/2006/main" noGrp="1"/>
          </p:cNvSpPr>
          <p:nvPr/>
        </p:nvSpPr>
        <p:spPr>
          <a:xfrm xmlns:a="http://schemas.openxmlformats.org/drawingml/2006/main" rot="0">
            <a:off x="3429000" y="2981325"/>
            <a:ext cx="464820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67F0ACB-9167-448E-B48D-C5E7CA322BFE}"/>
              </a:ext>
            </a:extLst>
          </p:cNvPr>
          <p:cNvSpPr>
            <a:spLocks xmlns:a="http://schemas.openxmlformats.org/drawingml/2006/main" noGrp="1"/>
          </p:cNvSpPr>
          <p:nvPr/>
        </p:nvSpPr>
        <p:spPr>
          <a:xfrm xmlns:a="http://schemas.openxmlformats.org/drawingml/2006/main" rot="5400000">
            <a:off x="8010525" y="29432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32C9480-EF2C-4CA6-BDAD-6F951E86EC92}"/>
              </a:ext>
            </a:extLst>
          </p:cNvPr>
          <p:cNvSpPr>
            <a:spLocks xmlns:a="http://schemas.openxmlformats.org/drawingml/2006/main" noGrp="1"/>
          </p:cNvSpPr>
          <p:nvPr/>
        </p:nvSpPr>
        <p:spPr>
          <a:xfrm xmlns:a="http://schemas.openxmlformats.org/drawingml/2006/main">
            <a:off x="4810125" y="2647950"/>
            <a:ext cx="1143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AEAA9196-C0EF-4F60-92AB-70902D13FDD3}"/>
              </a:ext>
            </a:extLst>
          </p:cNvPr>
          <p:cNvSpPr>
            <a:spLocks xmlns:a="http://schemas.openxmlformats.org/drawingml/2006/main" noGrp="1"/>
          </p:cNvSpPr>
          <p:nvPr/>
        </p:nvSpPr>
        <p:spPr>
          <a:xfrm xmlns:a="http://schemas.openxmlformats.org/drawingml/2006/main">
            <a:off x="4905375" y="26955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3" name="">
            <a:extLst xmlns:a="http://schemas.openxmlformats.org/drawingml/2006/main">
              <a:ext uri="{FF2B5EF4-FFF2-40B4-BE49-F238E27FC236}">
                <a16:creationId xmlns:a16="http://schemas.microsoft.com/office/drawing/2014/main" id="{D119B876-2F2D-4D00-BC94-37EF1E75FBBD}"/>
              </a:ext>
            </a:extLst>
          </p:cNvPr>
          <p:cNvSpPr>
            <a:spLocks xmlns:a="http://schemas.openxmlformats.org/drawingml/2006/main" noGrp="1"/>
          </p:cNvSpPr>
          <p:nvPr/>
        </p:nvSpPr>
        <p:spPr>
          <a:xfrm xmlns:a="http://schemas.openxmlformats.org/drawingml/2006/main">
            <a:off x="200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4" name="">
            <a:extLst xmlns:a="http://schemas.openxmlformats.org/drawingml/2006/main">
              <a:ext uri="{FF2B5EF4-FFF2-40B4-BE49-F238E27FC236}">
                <a16:creationId xmlns:a16="http://schemas.microsoft.com/office/drawing/2014/main" id="{1625CC10-939B-41FB-AFF2-12AA6DB54AB9}"/>
              </a:ext>
            </a:extLst>
          </p:cNvPr>
          <p:cNvSpPr>
            <a:spLocks xmlns:a="http://schemas.openxmlformats.org/drawingml/2006/main" noGrp="1"/>
          </p:cNvSpPr>
          <p:nvPr/>
        </p:nvSpPr>
        <p:spPr>
          <a:xfrm xmlns:a="http://schemas.openxmlformats.org/drawingml/2006/main">
            <a:off x="215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F878C15-7ED0-4765-A7F8-1815995A29AF}"/>
              </a:ext>
            </a:extLst>
          </p:cNvPr>
          <p:cNvSpPr>
            <a:spLocks xmlns:a="http://schemas.openxmlformats.org/drawingml/2006/main" noGrp="1"/>
          </p:cNvSpPr>
          <p:nvPr/>
        </p:nvSpPr>
        <p:spPr>
          <a:xfrm xmlns:a="http://schemas.openxmlformats.org/drawingml/2006/main">
            <a:off x="215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6" name="">
            <a:extLst xmlns:a="http://schemas.openxmlformats.org/drawingml/2006/main">
              <a:ext uri="{FF2B5EF4-FFF2-40B4-BE49-F238E27FC236}">
                <a16:creationId xmlns:a16="http://schemas.microsoft.com/office/drawing/2014/main" id="{951CA528-F87E-465E-8CF2-D7196B92C69A}"/>
              </a:ext>
            </a:extLst>
          </p:cNvPr>
          <p:cNvSpPr>
            <a:spLocks xmlns:a="http://schemas.openxmlformats.org/drawingml/2006/main" noGrp="1"/>
          </p:cNvSpPr>
          <p:nvPr/>
        </p:nvSpPr>
        <p:spPr>
          <a:xfrm xmlns:a="http://schemas.openxmlformats.org/drawingml/2006/main">
            <a:off x="390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7" name="">
            <a:extLst xmlns:a="http://schemas.openxmlformats.org/drawingml/2006/main">
              <a:ext uri="{FF2B5EF4-FFF2-40B4-BE49-F238E27FC236}">
                <a16:creationId xmlns:a16="http://schemas.microsoft.com/office/drawing/2014/main" id="{80C48FBC-AFD9-456C-B0FD-293B0A53B2B3}"/>
              </a:ext>
            </a:extLst>
          </p:cNvPr>
          <p:cNvSpPr>
            <a:spLocks xmlns:a="http://schemas.openxmlformats.org/drawingml/2006/main" noGrp="1"/>
          </p:cNvSpPr>
          <p:nvPr/>
        </p:nvSpPr>
        <p:spPr>
          <a:xfrm xmlns:a="http://schemas.openxmlformats.org/drawingml/2006/main">
            <a:off x="405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8" name="">
            <a:extLst xmlns:a="http://schemas.openxmlformats.org/drawingml/2006/main">
              <a:ext uri="{FF2B5EF4-FFF2-40B4-BE49-F238E27FC236}">
                <a16:creationId xmlns:a16="http://schemas.microsoft.com/office/drawing/2014/main" id="{9AA3D853-4E5D-4078-9236-86D9AD6B0781}"/>
              </a:ext>
            </a:extLst>
          </p:cNvPr>
          <p:cNvSpPr>
            <a:spLocks xmlns:a="http://schemas.openxmlformats.org/drawingml/2006/main" noGrp="1"/>
          </p:cNvSpPr>
          <p:nvPr/>
        </p:nvSpPr>
        <p:spPr>
          <a:xfrm xmlns:a="http://schemas.openxmlformats.org/drawingml/2006/main">
            <a:off x="405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29" name="">
            <a:extLst xmlns:a="http://schemas.openxmlformats.org/drawingml/2006/main">
              <a:ext uri="{FF2B5EF4-FFF2-40B4-BE49-F238E27FC236}">
                <a16:creationId xmlns:a16="http://schemas.microsoft.com/office/drawing/2014/main" id="{6CA3D1A1-ED0C-4238-A156-737E8B36CF7E}"/>
              </a:ext>
            </a:extLst>
          </p:cNvPr>
          <p:cNvSpPr>
            <a:spLocks xmlns:a="http://schemas.openxmlformats.org/drawingml/2006/main" noGrp="1"/>
          </p:cNvSpPr>
          <p:nvPr/>
        </p:nvSpPr>
        <p:spPr>
          <a:xfrm xmlns:a="http://schemas.openxmlformats.org/drawingml/2006/main">
            <a:off x="581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0" name="">
            <a:extLst xmlns:a="http://schemas.openxmlformats.org/drawingml/2006/main">
              <a:ext uri="{FF2B5EF4-FFF2-40B4-BE49-F238E27FC236}">
                <a16:creationId xmlns:a16="http://schemas.microsoft.com/office/drawing/2014/main" id="{9394C228-0DA6-4E4F-9F06-4CC0BBA83C25}"/>
              </a:ext>
            </a:extLst>
          </p:cNvPr>
          <p:cNvSpPr>
            <a:spLocks xmlns:a="http://schemas.openxmlformats.org/drawingml/2006/main" noGrp="1"/>
          </p:cNvSpPr>
          <p:nvPr/>
        </p:nvSpPr>
        <p:spPr>
          <a:xfrm xmlns:a="http://schemas.openxmlformats.org/drawingml/2006/main">
            <a:off x="596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1" name="">
            <a:extLst xmlns:a="http://schemas.openxmlformats.org/drawingml/2006/main">
              <a:ext uri="{FF2B5EF4-FFF2-40B4-BE49-F238E27FC236}">
                <a16:creationId xmlns:a16="http://schemas.microsoft.com/office/drawing/2014/main" id="{D9AAD41A-7F9F-4F45-A316-C06C42F702DC}"/>
              </a:ext>
            </a:extLst>
          </p:cNvPr>
          <p:cNvSpPr>
            <a:spLocks xmlns:a="http://schemas.openxmlformats.org/drawingml/2006/main" noGrp="1"/>
          </p:cNvSpPr>
          <p:nvPr/>
        </p:nvSpPr>
        <p:spPr>
          <a:xfrm xmlns:a="http://schemas.openxmlformats.org/drawingml/2006/main">
            <a:off x="596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2" name="">
            <a:extLst xmlns:a="http://schemas.openxmlformats.org/drawingml/2006/main">
              <a:ext uri="{FF2B5EF4-FFF2-40B4-BE49-F238E27FC236}">
                <a16:creationId xmlns:a16="http://schemas.microsoft.com/office/drawing/2014/main" id="{923A1B99-9A63-44F7-BE52-1541A27F0AFB}"/>
              </a:ext>
            </a:extLst>
          </p:cNvPr>
          <p:cNvSpPr>
            <a:spLocks xmlns:a="http://schemas.openxmlformats.org/drawingml/2006/main" noGrp="1"/>
          </p:cNvSpPr>
          <p:nvPr/>
        </p:nvSpPr>
        <p:spPr>
          <a:xfrm xmlns:a="http://schemas.openxmlformats.org/drawingml/2006/main">
            <a:off x="771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3" name="">
            <a:extLst xmlns:a="http://schemas.openxmlformats.org/drawingml/2006/main">
              <a:ext uri="{FF2B5EF4-FFF2-40B4-BE49-F238E27FC236}">
                <a16:creationId xmlns:a16="http://schemas.microsoft.com/office/drawing/2014/main" id="{4B3A19FD-AE58-4DB0-8601-A197B26FC72D}"/>
              </a:ext>
            </a:extLst>
          </p:cNvPr>
          <p:cNvSpPr>
            <a:spLocks xmlns:a="http://schemas.openxmlformats.org/drawingml/2006/main" noGrp="1"/>
          </p:cNvSpPr>
          <p:nvPr/>
        </p:nvSpPr>
        <p:spPr>
          <a:xfrm xmlns:a="http://schemas.openxmlformats.org/drawingml/2006/main">
            <a:off x="786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4" name="">
            <a:extLst xmlns:a="http://schemas.openxmlformats.org/drawingml/2006/main">
              <a:ext uri="{FF2B5EF4-FFF2-40B4-BE49-F238E27FC236}">
                <a16:creationId xmlns:a16="http://schemas.microsoft.com/office/drawing/2014/main" id="{A0C60E80-16B5-49D2-9EE9-BA9117C5C5DE}"/>
              </a:ext>
            </a:extLst>
          </p:cNvPr>
          <p:cNvSpPr>
            <a:spLocks xmlns:a="http://schemas.openxmlformats.org/drawingml/2006/main" noGrp="1"/>
          </p:cNvSpPr>
          <p:nvPr/>
        </p:nvSpPr>
        <p:spPr>
          <a:xfrm xmlns:a="http://schemas.openxmlformats.org/drawingml/2006/main">
            <a:off x="786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5" name="">
            <a:extLst xmlns:a="http://schemas.openxmlformats.org/drawingml/2006/main">
              <a:ext uri="{FF2B5EF4-FFF2-40B4-BE49-F238E27FC236}">
                <a16:creationId xmlns:a16="http://schemas.microsoft.com/office/drawing/2014/main" id="{03E834E4-191C-4EEE-B83F-0D1E394227F5}"/>
              </a:ext>
            </a:extLst>
          </p:cNvPr>
          <p:cNvSpPr>
            <a:spLocks xmlns:a="http://schemas.openxmlformats.org/drawingml/2006/main" noGrp="1"/>
          </p:cNvSpPr>
          <p:nvPr/>
        </p:nvSpPr>
        <p:spPr>
          <a:xfrm xmlns:a="http://schemas.openxmlformats.org/drawingml/2006/main">
            <a:off x="76200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836ACA5E-9EA4-4089-9D35-59CC861A356F}"/>
              </a:ext>
            </a:extLst>
          </p:cNvPr>
          <p:cNvSpPr>
            <a:spLocks xmlns:a="http://schemas.openxmlformats.org/drawingml/2006/main" noGrp="1"/>
          </p:cNvSpPr>
          <p:nvPr/>
        </p:nvSpPr>
        <p:spPr>
          <a:xfrm xmlns:a="http://schemas.openxmlformats.org/drawingml/2006/main">
            <a:off x="93345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7" name="">
            <a:extLst xmlns:a="http://schemas.openxmlformats.org/drawingml/2006/main">
              <a:ext uri="{FF2B5EF4-FFF2-40B4-BE49-F238E27FC236}">
                <a16:creationId xmlns:a16="http://schemas.microsoft.com/office/drawing/2014/main" id="{D6F944F1-2A03-4486-8B3B-665DE6EFFB62}"/>
              </a:ext>
            </a:extLst>
          </p:cNvPr>
          <p:cNvSpPr>
            <a:spLocks xmlns:a="http://schemas.openxmlformats.org/drawingml/2006/main" noGrp="1"/>
          </p:cNvSpPr>
          <p:nvPr/>
        </p:nvSpPr>
        <p:spPr>
          <a:xfrm xmlns:a="http://schemas.openxmlformats.org/drawingml/2006/main">
            <a:off x="93345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8" name="">
            <a:extLst xmlns:a="http://schemas.openxmlformats.org/drawingml/2006/main">
              <a:ext uri="{FF2B5EF4-FFF2-40B4-BE49-F238E27FC236}">
                <a16:creationId xmlns:a16="http://schemas.microsoft.com/office/drawing/2014/main" id="{7F3F0CFE-D7B5-4CED-B584-C4C3EFAE2B7B}"/>
              </a:ext>
            </a:extLst>
          </p:cNvPr>
          <p:cNvSpPr>
            <a:spLocks xmlns:a="http://schemas.openxmlformats.org/drawingml/2006/main" noGrp="1"/>
          </p:cNvSpPr>
          <p:nvPr/>
        </p:nvSpPr>
        <p:spPr>
          <a:xfrm xmlns:a="http://schemas.openxmlformats.org/drawingml/2006/main">
            <a:off x="619125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42C4EC22-1722-4B0A-882F-D4B7F615345A}"/>
              </a:ext>
            </a:extLst>
          </p:cNvPr>
          <p:cNvSpPr>
            <a:spLocks xmlns:a="http://schemas.openxmlformats.org/drawingml/2006/main" noGrp="1"/>
          </p:cNvSpPr>
          <p:nvPr/>
        </p:nvSpPr>
        <p:spPr>
          <a:xfrm xmlns:a="http://schemas.openxmlformats.org/drawingml/2006/main">
            <a:off x="636270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0" name="">
            <a:extLst xmlns:a="http://schemas.openxmlformats.org/drawingml/2006/main">
              <a:ext uri="{FF2B5EF4-FFF2-40B4-BE49-F238E27FC236}">
                <a16:creationId xmlns:a16="http://schemas.microsoft.com/office/drawing/2014/main" id="{DEE5713D-0E0D-427E-9D9A-CA5001325A6F}"/>
              </a:ext>
            </a:extLst>
          </p:cNvPr>
          <p:cNvSpPr>
            <a:spLocks xmlns:a="http://schemas.openxmlformats.org/drawingml/2006/main" noGrp="1"/>
          </p:cNvSpPr>
          <p:nvPr/>
        </p:nvSpPr>
        <p:spPr>
          <a:xfrm xmlns:a="http://schemas.openxmlformats.org/drawingml/2006/main">
            <a:off x="636270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xmlns:p14="http://schemas.microsoft.com/office/powerpoint/2010/main" val="1178400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516035-C677-4180-B2B5-E790469757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57F2C9-83B5-4730-A7D6-7C5C300D2B5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0C6F87-1DCE-482A-ACE5-A46A1AFB3654}"/>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A45207F9-116D-4445-9C70-C93F3AAB34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5" name="">
            <a:extLst xmlns:a="http://schemas.openxmlformats.org/drawingml/2006/main">
              <a:ext uri="{FF2B5EF4-FFF2-40B4-BE49-F238E27FC236}">
                <a16:creationId xmlns:a16="http://schemas.microsoft.com/office/drawing/2014/main" id="{F1963871-32FD-4471-8CE6-50954AB7DEA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6" name="">
            <a:extLst xmlns:a="http://schemas.openxmlformats.org/drawingml/2006/main">
              <a:ext uri="{FF2B5EF4-FFF2-40B4-BE49-F238E27FC236}">
                <a16:creationId xmlns:a16="http://schemas.microsoft.com/office/drawing/2014/main" id="{8ED16965-2AD2-4522-91F5-1DBB6A2F176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6CDDC75-0095-4170-A906-BA7928C94C1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00367BA-BAFA-4028-AC32-4881FAF81C8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F1ABAF6-DD8D-4381-8227-8EF207922FE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D6D91BEE-6D98-48FC-8306-7EEC467E6D74}"/>
              </a:ext>
            </a:extLst>
          </p:cNvPr>
          <p:cNvSpPr>
            <a:spLocks xmlns:a="http://schemas.openxmlformats.org/drawingml/2006/main" noGrp="1"/>
          </p:cNvSpPr>
          <p:nvPr/>
        </p:nvSpPr>
        <p:spPr>
          <a:xfrm xmlns:a="http://schemas.openxmlformats.org/drawingml/2006/main">
            <a:off x="781050" y="1752600"/>
            <a:ext cx="3143250" cy="2819400"/>
          </a:xfrm>
          <a:prstGeom xmlns:a="http://schemas.openxmlformats.org/drawingml/2006/main" prst="roundRect">
            <a:avLst>
              <a:gd name="adj" fmla="val 2703"/>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38DE36D6-0217-427D-847F-98ABA76A5D53}"/>
              </a:ext>
            </a:extLst>
          </p:cNvPr>
          <p:cNvSpPr>
            <a:spLocks xmlns:a="http://schemas.openxmlformats.org/drawingml/2006/main" noGrp="1"/>
          </p:cNvSpPr>
          <p:nvPr/>
        </p:nvSpPr>
        <p:spPr>
          <a:xfrm xmlns:a="http://schemas.openxmlformats.org/drawingml/2006/main">
            <a:off x="9525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4DCCF24B-42F8-4368-94A2-9DF297679B20}"/>
              </a:ext>
            </a:extLst>
          </p:cNvPr>
          <p:cNvSpPr>
            <a:spLocks xmlns:a="http://schemas.openxmlformats.org/drawingml/2006/main" noGrp="1"/>
          </p:cNvSpPr>
          <p:nvPr/>
        </p:nvSpPr>
        <p:spPr>
          <a:xfrm xmlns:a="http://schemas.openxmlformats.org/drawingml/2006/main">
            <a:off x="9525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3" name="">
            <a:extLst xmlns:a="http://schemas.openxmlformats.org/drawingml/2006/main">
              <a:ext uri="{FF2B5EF4-FFF2-40B4-BE49-F238E27FC236}">
                <a16:creationId xmlns:a16="http://schemas.microsoft.com/office/drawing/2014/main" id="{EF0CD24E-EB45-464A-8B3F-E60F910D1DE2}"/>
              </a:ext>
            </a:extLst>
          </p:cNvPr>
          <p:cNvSpPr>
            <a:spLocks xmlns:a="http://schemas.openxmlformats.org/drawingml/2006/main" noGrp="1"/>
          </p:cNvSpPr>
          <p:nvPr/>
        </p:nvSpPr>
        <p:spPr>
          <a:xfrm xmlns:a="http://schemas.openxmlformats.org/drawingml/2006/main">
            <a:off x="4514850" y="1752600"/>
            <a:ext cx="3143250" cy="2819400"/>
          </a:xfrm>
          <a:prstGeom xmlns:a="http://schemas.openxmlformats.org/drawingml/2006/main" prst="roundRect">
            <a:avLst>
              <a:gd name="adj" fmla="val 2703"/>
            </a:avLst>
          </a:prstGeom>
          <a:solidFill xmlns:a="http://schemas.openxmlformats.org/drawingml/2006/main">
            <a:srgbClr val="FFF4E6"/>
          </a:solidFill>
          <a:ln xmlns:a="http://schemas.openxmlformats.org/drawingml/2006/main" w="9525">
            <a:solidFill>
              <a:srgbClr val="F4C98A"/>
            </a:solidFill>
            <a:prstDash val="solid"/>
          </a:ln>
        </p:spPr>
      </p:sp>
      <p:sp>
        <p:nvSpPr>
          <p:cNvPr id="14" name="">
            <a:extLst xmlns:a="http://schemas.openxmlformats.org/drawingml/2006/main">
              <a:ext uri="{FF2B5EF4-FFF2-40B4-BE49-F238E27FC236}">
                <a16:creationId xmlns:a16="http://schemas.microsoft.com/office/drawing/2014/main" id="{D0512172-A10B-4C62-A91D-6E1A5A97D5AD}"/>
              </a:ext>
            </a:extLst>
          </p:cNvPr>
          <p:cNvSpPr>
            <a:spLocks xmlns:a="http://schemas.openxmlformats.org/drawingml/2006/main" noGrp="1"/>
          </p:cNvSpPr>
          <p:nvPr/>
        </p:nvSpPr>
        <p:spPr>
          <a:xfrm xmlns:a="http://schemas.openxmlformats.org/drawingml/2006/main">
            <a:off x="46863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5" name="">
            <a:extLst xmlns:a="http://schemas.openxmlformats.org/drawingml/2006/main">
              <a:ext uri="{FF2B5EF4-FFF2-40B4-BE49-F238E27FC236}">
                <a16:creationId xmlns:a16="http://schemas.microsoft.com/office/drawing/2014/main" id="{F0A13232-CDFB-4BDC-B77C-B60E98BCDDA9}"/>
              </a:ext>
            </a:extLst>
          </p:cNvPr>
          <p:cNvSpPr>
            <a:spLocks xmlns:a="http://schemas.openxmlformats.org/drawingml/2006/main" noGrp="1"/>
          </p:cNvSpPr>
          <p:nvPr/>
        </p:nvSpPr>
        <p:spPr>
          <a:xfrm xmlns:a="http://schemas.openxmlformats.org/drawingml/2006/main">
            <a:off x="46863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6" name="">
            <a:extLst xmlns:a="http://schemas.openxmlformats.org/drawingml/2006/main">
              <a:ext uri="{FF2B5EF4-FFF2-40B4-BE49-F238E27FC236}">
                <a16:creationId xmlns:a16="http://schemas.microsoft.com/office/drawing/2014/main" id="{C90EC794-ED7B-4836-9E07-64798DA82280}"/>
              </a:ext>
            </a:extLst>
          </p:cNvPr>
          <p:cNvSpPr>
            <a:spLocks xmlns:a="http://schemas.openxmlformats.org/drawingml/2006/main" noGrp="1"/>
          </p:cNvSpPr>
          <p:nvPr/>
        </p:nvSpPr>
        <p:spPr>
          <a:xfrm xmlns:a="http://schemas.openxmlformats.org/drawingml/2006/main">
            <a:off x="8248650" y="1752600"/>
            <a:ext cx="3143250" cy="2819400"/>
          </a:xfrm>
          <a:prstGeom xmlns:a="http://schemas.openxmlformats.org/drawingml/2006/main" prst="roundRect">
            <a:avLst>
              <a:gd name="adj" fmla="val 2703"/>
            </a:avLst>
          </a:prstGeom>
          <a:solidFill xmlns:a="http://schemas.openxmlformats.org/drawingml/2006/main">
            <a:srgbClr val="EAF7EF"/>
          </a:solidFill>
          <a:ln xmlns:a="http://schemas.openxmlformats.org/drawingml/2006/main" w="9525">
            <a:solidFill>
              <a:srgbClr val="BCE4C9"/>
            </a:solidFill>
            <a:prstDash val="solid"/>
          </a:ln>
        </p:spPr>
      </p:sp>
      <p:sp>
        <p:nvSpPr>
          <p:cNvPr id="17" name="">
            <a:extLst xmlns:a="http://schemas.openxmlformats.org/drawingml/2006/main">
              <a:ext uri="{FF2B5EF4-FFF2-40B4-BE49-F238E27FC236}">
                <a16:creationId xmlns:a16="http://schemas.microsoft.com/office/drawing/2014/main" id="{79E121F8-72BA-44B4-AAC3-EF07C4417BE6}"/>
              </a:ext>
            </a:extLst>
          </p:cNvPr>
          <p:cNvSpPr>
            <a:spLocks xmlns:a="http://schemas.openxmlformats.org/drawingml/2006/main" noGrp="1"/>
          </p:cNvSpPr>
          <p:nvPr/>
        </p:nvSpPr>
        <p:spPr>
          <a:xfrm xmlns:a="http://schemas.openxmlformats.org/drawingml/2006/main">
            <a:off x="84201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8" name="">
            <a:extLst xmlns:a="http://schemas.openxmlformats.org/drawingml/2006/main">
              <a:ext uri="{FF2B5EF4-FFF2-40B4-BE49-F238E27FC236}">
                <a16:creationId xmlns:a16="http://schemas.microsoft.com/office/drawing/2014/main" id="{CAF24F00-1DE3-4338-893E-FB60BF02EDB7}"/>
              </a:ext>
            </a:extLst>
          </p:cNvPr>
          <p:cNvSpPr>
            <a:spLocks xmlns:a="http://schemas.openxmlformats.org/drawingml/2006/main" noGrp="1"/>
          </p:cNvSpPr>
          <p:nvPr/>
        </p:nvSpPr>
        <p:spPr>
          <a:xfrm xmlns:a="http://schemas.openxmlformats.org/drawingml/2006/main">
            <a:off x="84201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19" name="">
            <a:extLst xmlns:a="http://schemas.openxmlformats.org/drawingml/2006/main">
              <a:ext uri="{FF2B5EF4-FFF2-40B4-BE49-F238E27FC236}">
                <a16:creationId xmlns:a16="http://schemas.microsoft.com/office/drawing/2014/main" id="{60CCC93A-7888-42CB-B38E-37FC07D5FFD1}"/>
              </a:ext>
            </a:extLst>
          </p:cNvPr>
          <p:cNvSpPr>
            <a:spLocks xmlns:a="http://schemas.openxmlformats.org/drawingml/2006/main" noGrp="1"/>
          </p:cNvSpPr>
          <p:nvPr/>
        </p:nvSpPr>
        <p:spPr>
          <a:xfrm xmlns:a="http://schemas.openxmlformats.org/drawingml/2006/main">
            <a:off x="952500" y="5143500"/>
            <a:ext cx="1028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xmlns:p14="http://schemas.microsoft.com/office/powerpoint/2010/main" val="15900514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EC8008-4E41-43A1-8C75-B97770A550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5BF0A1-C468-44B4-AF49-3F828B949B2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D42244F-BF5C-4F7A-8B5B-99E8DEF4452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4" name="">
            <a:extLst xmlns:a="http://schemas.openxmlformats.org/drawingml/2006/main">
              <a:ext uri="{FF2B5EF4-FFF2-40B4-BE49-F238E27FC236}">
                <a16:creationId xmlns:a16="http://schemas.microsoft.com/office/drawing/2014/main" id="{EDF095C4-BCCD-436A-B670-B0E90CB5A0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5" name="">
            <a:extLst xmlns:a="http://schemas.openxmlformats.org/drawingml/2006/main">
              <a:ext uri="{FF2B5EF4-FFF2-40B4-BE49-F238E27FC236}">
                <a16:creationId xmlns:a16="http://schemas.microsoft.com/office/drawing/2014/main" id="{ECC29480-5B5A-4100-ACBE-E2526E01349E}"/>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6" name="">
            <a:extLst xmlns:a="http://schemas.openxmlformats.org/drawingml/2006/main">
              <a:ext uri="{FF2B5EF4-FFF2-40B4-BE49-F238E27FC236}">
                <a16:creationId xmlns:a16="http://schemas.microsoft.com/office/drawing/2014/main" id="{96DA44C9-293A-4525-A4A2-CC9085B2403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A1E431D-8904-41CD-A081-3AE48079E53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6C8107C-1B6E-443A-8AAD-9AA1A1E25CA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B70E325C-A0FC-4B31-8E3C-F98935B36D5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0" name="">
            <a:extLst xmlns:a="http://schemas.openxmlformats.org/drawingml/2006/main">
              <a:ext uri="{FF2B5EF4-FFF2-40B4-BE49-F238E27FC236}">
                <a16:creationId xmlns:a16="http://schemas.microsoft.com/office/drawing/2014/main" id="{20FAFBAC-7D1B-4C3B-9627-D1594D089F99}"/>
              </a:ext>
            </a:extLst>
          </p:cNvPr>
          <p:cNvSpPr>
            <a:spLocks xmlns:a="http://schemas.openxmlformats.org/drawingml/2006/main" noGrp="1"/>
          </p:cNvSpPr>
          <p:nvPr/>
        </p:nvSpPr>
        <p:spPr>
          <a:xfrm xmlns:a="http://schemas.openxmlformats.org/drawingml/2006/main">
            <a:off x="723900" y="15621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8ABF0561-8B59-482D-A38F-4A10F05FBF75}"/>
              </a:ext>
            </a:extLst>
          </p:cNvPr>
          <p:cNvSpPr>
            <a:spLocks xmlns:a="http://schemas.openxmlformats.org/drawingml/2006/main" noGrp="1"/>
          </p:cNvSpPr>
          <p:nvPr/>
        </p:nvSpPr>
        <p:spPr>
          <a:xfrm xmlns:a="http://schemas.openxmlformats.org/drawingml/2006/main">
            <a:off x="914400" y="1647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2" name="">
            <a:extLst xmlns:a="http://schemas.openxmlformats.org/drawingml/2006/main">
              <a:ext uri="{FF2B5EF4-FFF2-40B4-BE49-F238E27FC236}">
                <a16:creationId xmlns:a16="http://schemas.microsoft.com/office/drawing/2014/main" id="{471EA0F9-29AE-453C-A163-3EFBBF5D3BFD}"/>
              </a:ext>
            </a:extLst>
          </p:cNvPr>
          <p:cNvSpPr>
            <a:spLocks xmlns:a="http://schemas.openxmlformats.org/drawingml/2006/main" noGrp="1"/>
          </p:cNvSpPr>
          <p:nvPr/>
        </p:nvSpPr>
        <p:spPr>
          <a:xfrm xmlns:a="http://schemas.openxmlformats.org/drawingml/2006/main">
            <a:off x="2571750" y="1647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3" name="">
            <a:extLst xmlns:a="http://schemas.openxmlformats.org/drawingml/2006/main">
              <a:ext uri="{FF2B5EF4-FFF2-40B4-BE49-F238E27FC236}">
                <a16:creationId xmlns:a16="http://schemas.microsoft.com/office/drawing/2014/main" id="{3ECE98B6-9491-4E1B-ADFE-56571A3D2D0F}"/>
              </a:ext>
            </a:extLst>
          </p:cNvPr>
          <p:cNvSpPr>
            <a:spLocks xmlns:a="http://schemas.openxmlformats.org/drawingml/2006/main" noGrp="1"/>
          </p:cNvSpPr>
          <p:nvPr/>
        </p:nvSpPr>
        <p:spPr>
          <a:xfrm xmlns:a="http://schemas.openxmlformats.org/drawingml/2006/main">
            <a:off x="6191250" y="1647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4" name="">
            <a:extLst xmlns:a="http://schemas.openxmlformats.org/drawingml/2006/main">
              <a:ext uri="{FF2B5EF4-FFF2-40B4-BE49-F238E27FC236}">
                <a16:creationId xmlns:a16="http://schemas.microsoft.com/office/drawing/2014/main" id="{F2C70057-E848-4313-B485-D840EB4E5DD4}"/>
              </a:ext>
            </a:extLst>
          </p:cNvPr>
          <p:cNvSpPr>
            <a:spLocks xmlns:a="http://schemas.openxmlformats.org/drawingml/2006/main" noGrp="1"/>
          </p:cNvSpPr>
          <p:nvPr/>
        </p:nvSpPr>
        <p:spPr>
          <a:xfrm xmlns:a="http://schemas.openxmlformats.org/drawingml/2006/main">
            <a:off x="723900" y="21717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C4FC91C6-32EA-4268-94CE-DB5C8EA8A7F8}"/>
              </a:ext>
            </a:extLst>
          </p:cNvPr>
          <p:cNvSpPr>
            <a:spLocks xmlns:a="http://schemas.openxmlformats.org/drawingml/2006/main" noGrp="1"/>
          </p:cNvSpPr>
          <p:nvPr/>
        </p:nvSpPr>
        <p:spPr>
          <a:xfrm xmlns:a="http://schemas.openxmlformats.org/drawingml/2006/main">
            <a:off x="914400" y="2257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6" name="">
            <a:extLst xmlns:a="http://schemas.openxmlformats.org/drawingml/2006/main">
              <a:ext uri="{FF2B5EF4-FFF2-40B4-BE49-F238E27FC236}">
                <a16:creationId xmlns:a16="http://schemas.microsoft.com/office/drawing/2014/main" id="{FA563CC1-92ED-41E3-9AE8-8298DE69098F}"/>
              </a:ext>
            </a:extLst>
          </p:cNvPr>
          <p:cNvSpPr>
            <a:spLocks xmlns:a="http://schemas.openxmlformats.org/drawingml/2006/main" noGrp="1"/>
          </p:cNvSpPr>
          <p:nvPr/>
        </p:nvSpPr>
        <p:spPr>
          <a:xfrm xmlns:a="http://schemas.openxmlformats.org/drawingml/2006/main">
            <a:off x="2571750" y="2257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7" name="">
            <a:extLst xmlns:a="http://schemas.openxmlformats.org/drawingml/2006/main">
              <a:ext uri="{FF2B5EF4-FFF2-40B4-BE49-F238E27FC236}">
                <a16:creationId xmlns:a16="http://schemas.microsoft.com/office/drawing/2014/main" id="{E35F3B9B-CAFC-4A60-96C7-F4793311E47E}"/>
              </a:ext>
            </a:extLst>
          </p:cNvPr>
          <p:cNvSpPr>
            <a:spLocks xmlns:a="http://schemas.openxmlformats.org/drawingml/2006/main" noGrp="1"/>
          </p:cNvSpPr>
          <p:nvPr/>
        </p:nvSpPr>
        <p:spPr>
          <a:xfrm xmlns:a="http://schemas.openxmlformats.org/drawingml/2006/main">
            <a:off x="6191250" y="2257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8" name="">
            <a:extLst xmlns:a="http://schemas.openxmlformats.org/drawingml/2006/main">
              <a:ext uri="{FF2B5EF4-FFF2-40B4-BE49-F238E27FC236}">
                <a16:creationId xmlns:a16="http://schemas.microsoft.com/office/drawing/2014/main" id="{316ADAA1-DA79-48F5-8040-EE6A8B931A14}"/>
              </a:ext>
            </a:extLst>
          </p:cNvPr>
          <p:cNvSpPr>
            <a:spLocks xmlns:a="http://schemas.openxmlformats.org/drawingml/2006/main" noGrp="1"/>
          </p:cNvSpPr>
          <p:nvPr/>
        </p:nvSpPr>
        <p:spPr>
          <a:xfrm xmlns:a="http://schemas.openxmlformats.org/drawingml/2006/main">
            <a:off x="723900" y="27813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9" name="">
            <a:extLst xmlns:a="http://schemas.openxmlformats.org/drawingml/2006/main">
              <a:ext uri="{FF2B5EF4-FFF2-40B4-BE49-F238E27FC236}">
                <a16:creationId xmlns:a16="http://schemas.microsoft.com/office/drawing/2014/main" id="{0BA06E9A-A2E4-4EAB-AC85-23C0D3368E80}"/>
              </a:ext>
            </a:extLst>
          </p:cNvPr>
          <p:cNvSpPr>
            <a:spLocks xmlns:a="http://schemas.openxmlformats.org/drawingml/2006/main" noGrp="1"/>
          </p:cNvSpPr>
          <p:nvPr/>
        </p:nvSpPr>
        <p:spPr>
          <a:xfrm xmlns:a="http://schemas.openxmlformats.org/drawingml/2006/main">
            <a:off x="914400" y="28670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0" name="">
            <a:extLst xmlns:a="http://schemas.openxmlformats.org/drawingml/2006/main">
              <a:ext uri="{FF2B5EF4-FFF2-40B4-BE49-F238E27FC236}">
                <a16:creationId xmlns:a16="http://schemas.microsoft.com/office/drawing/2014/main" id="{B5C8FB7E-0ADB-4AD1-905F-766CEF3F372D}"/>
              </a:ext>
            </a:extLst>
          </p:cNvPr>
          <p:cNvSpPr>
            <a:spLocks xmlns:a="http://schemas.openxmlformats.org/drawingml/2006/main" noGrp="1"/>
          </p:cNvSpPr>
          <p:nvPr/>
        </p:nvSpPr>
        <p:spPr>
          <a:xfrm xmlns:a="http://schemas.openxmlformats.org/drawingml/2006/main">
            <a:off x="2571750" y="2867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1" name="">
            <a:extLst xmlns:a="http://schemas.openxmlformats.org/drawingml/2006/main">
              <a:ext uri="{FF2B5EF4-FFF2-40B4-BE49-F238E27FC236}">
                <a16:creationId xmlns:a16="http://schemas.microsoft.com/office/drawing/2014/main" id="{008918F6-B142-4204-AF78-0CBEA23DDA7D}"/>
              </a:ext>
            </a:extLst>
          </p:cNvPr>
          <p:cNvSpPr>
            <a:spLocks xmlns:a="http://schemas.openxmlformats.org/drawingml/2006/main" noGrp="1"/>
          </p:cNvSpPr>
          <p:nvPr/>
        </p:nvSpPr>
        <p:spPr>
          <a:xfrm xmlns:a="http://schemas.openxmlformats.org/drawingml/2006/main">
            <a:off x="6191250" y="28670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2" name="">
            <a:extLst xmlns:a="http://schemas.openxmlformats.org/drawingml/2006/main">
              <a:ext uri="{FF2B5EF4-FFF2-40B4-BE49-F238E27FC236}">
                <a16:creationId xmlns:a16="http://schemas.microsoft.com/office/drawing/2014/main" id="{6564C3E1-0623-4CF8-973B-567D101907AB}"/>
              </a:ext>
            </a:extLst>
          </p:cNvPr>
          <p:cNvSpPr>
            <a:spLocks xmlns:a="http://schemas.openxmlformats.org/drawingml/2006/main" noGrp="1"/>
          </p:cNvSpPr>
          <p:nvPr/>
        </p:nvSpPr>
        <p:spPr>
          <a:xfrm xmlns:a="http://schemas.openxmlformats.org/drawingml/2006/main">
            <a:off x="723900" y="33909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358F7BCA-DF34-4102-92B4-B072BDC10F54}"/>
              </a:ext>
            </a:extLst>
          </p:cNvPr>
          <p:cNvSpPr>
            <a:spLocks xmlns:a="http://schemas.openxmlformats.org/drawingml/2006/main" noGrp="1"/>
          </p:cNvSpPr>
          <p:nvPr/>
        </p:nvSpPr>
        <p:spPr>
          <a:xfrm xmlns:a="http://schemas.openxmlformats.org/drawingml/2006/main">
            <a:off x="914400" y="34766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4" name="">
            <a:extLst xmlns:a="http://schemas.openxmlformats.org/drawingml/2006/main">
              <a:ext uri="{FF2B5EF4-FFF2-40B4-BE49-F238E27FC236}">
                <a16:creationId xmlns:a16="http://schemas.microsoft.com/office/drawing/2014/main" id="{D66B4632-0492-4429-A043-067DDCCD5D4E}"/>
              </a:ext>
            </a:extLst>
          </p:cNvPr>
          <p:cNvSpPr>
            <a:spLocks xmlns:a="http://schemas.openxmlformats.org/drawingml/2006/main" noGrp="1"/>
          </p:cNvSpPr>
          <p:nvPr/>
        </p:nvSpPr>
        <p:spPr>
          <a:xfrm xmlns:a="http://schemas.openxmlformats.org/drawingml/2006/main">
            <a:off x="2571750" y="34766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5" name="">
            <a:extLst xmlns:a="http://schemas.openxmlformats.org/drawingml/2006/main">
              <a:ext uri="{FF2B5EF4-FFF2-40B4-BE49-F238E27FC236}">
                <a16:creationId xmlns:a16="http://schemas.microsoft.com/office/drawing/2014/main" id="{4B90A914-354C-42A8-9A90-668770E2BEEA}"/>
              </a:ext>
            </a:extLst>
          </p:cNvPr>
          <p:cNvSpPr>
            <a:spLocks xmlns:a="http://schemas.openxmlformats.org/drawingml/2006/main" noGrp="1"/>
          </p:cNvSpPr>
          <p:nvPr/>
        </p:nvSpPr>
        <p:spPr>
          <a:xfrm xmlns:a="http://schemas.openxmlformats.org/drawingml/2006/main">
            <a:off x="6191250" y="34766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6" name="">
            <a:extLst xmlns:a="http://schemas.openxmlformats.org/drawingml/2006/main">
              <a:ext uri="{FF2B5EF4-FFF2-40B4-BE49-F238E27FC236}">
                <a16:creationId xmlns:a16="http://schemas.microsoft.com/office/drawing/2014/main" id="{20934045-0AC7-41F6-86F8-AA8D82D53B67}"/>
              </a:ext>
            </a:extLst>
          </p:cNvPr>
          <p:cNvSpPr>
            <a:spLocks xmlns:a="http://schemas.openxmlformats.org/drawingml/2006/main" noGrp="1"/>
          </p:cNvSpPr>
          <p:nvPr/>
        </p:nvSpPr>
        <p:spPr>
          <a:xfrm xmlns:a="http://schemas.openxmlformats.org/drawingml/2006/main">
            <a:off x="723900" y="40005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7" name="">
            <a:extLst xmlns:a="http://schemas.openxmlformats.org/drawingml/2006/main">
              <a:ext uri="{FF2B5EF4-FFF2-40B4-BE49-F238E27FC236}">
                <a16:creationId xmlns:a16="http://schemas.microsoft.com/office/drawing/2014/main" id="{519BF58E-F2C1-45DB-A9B8-DDFAD4EA99D2}"/>
              </a:ext>
            </a:extLst>
          </p:cNvPr>
          <p:cNvSpPr>
            <a:spLocks xmlns:a="http://schemas.openxmlformats.org/drawingml/2006/main" noGrp="1"/>
          </p:cNvSpPr>
          <p:nvPr/>
        </p:nvSpPr>
        <p:spPr>
          <a:xfrm xmlns:a="http://schemas.openxmlformats.org/drawingml/2006/main">
            <a:off x="914400" y="40862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8" name="">
            <a:extLst xmlns:a="http://schemas.openxmlformats.org/drawingml/2006/main">
              <a:ext uri="{FF2B5EF4-FFF2-40B4-BE49-F238E27FC236}">
                <a16:creationId xmlns:a16="http://schemas.microsoft.com/office/drawing/2014/main" id="{D7F8D1CF-08F4-415E-9EE5-78E6837C8FB4}"/>
              </a:ext>
            </a:extLst>
          </p:cNvPr>
          <p:cNvSpPr>
            <a:spLocks xmlns:a="http://schemas.openxmlformats.org/drawingml/2006/main" noGrp="1"/>
          </p:cNvSpPr>
          <p:nvPr/>
        </p:nvSpPr>
        <p:spPr>
          <a:xfrm xmlns:a="http://schemas.openxmlformats.org/drawingml/2006/main">
            <a:off x="2571750" y="40862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29" name="">
            <a:extLst xmlns:a="http://schemas.openxmlformats.org/drawingml/2006/main">
              <a:ext uri="{FF2B5EF4-FFF2-40B4-BE49-F238E27FC236}">
                <a16:creationId xmlns:a16="http://schemas.microsoft.com/office/drawing/2014/main" id="{8F3E4570-82FC-4EA3-8884-CA9F23C7F8E7}"/>
              </a:ext>
            </a:extLst>
          </p:cNvPr>
          <p:cNvSpPr>
            <a:spLocks xmlns:a="http://schemas.openxmlformats.org/drawingml/2006/main" noGrp="1"/>
          </p:cNvSpPr>
          <p:nvPr/>
        </p:nvSpPr>
        <p:spPr>
          <a:xfrm xmlns:a="http://schemas.openxmlformats.org/drawingml/2006/main">
            <a:off x="6191250" y="40862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0" name="">
            <a:extLst xmlns:a="http://schemas.openxmlformats.org/drawingml/2006/main">
              <a:ext uri="{FF2B5EF4-FFF2-40B4-BE49-F238E27FC236}">
                <a16:creationId xmlns:a16="http://schemas.microsoft.com/office/drawing/2014/main" id="{2F1168CF-FA8A-488F-946B-EBE020A586B6}"/>
              </a:ext>
            </a:extLst>
          </p:cNvPr>
          <p:cNvSpPr>
            <a:spLocks xmlns:a="http://schemas.openxmlformats.org/drawingml/2006/main" noGrp="1"/>
          </p:cNvSpPr>
          <p:nvPr/>
        </p:nvSpPr>
        <p:spPr>
          <a:xfrm xmlns:a="http://schemas.openxmlformats.org/drawingml/2006/main">
            <a:off x="723900" y="46101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31" name="">
            <a:extLst xmlns:a="http://schemas.openxmlformats.org/drawingml/2006/main">
              <a:ext uri="{FF2B5EF4-FFF2-40B4-BE49-F238E27FC236}">
                <a16:creationId xmlns:a16="http://schemas.microsoft.com/office/drawing/2014/main" id="{EB5185A8-ECD4-4B4D-A6A4-CB4FE2932B46}"/>
              </a:ext>
            </a:extLst>
          </p:cNvPr>
          <p:cNvSpPr>
            <a:spLocks xmlns:a="http://schemas.openxmlformats.org/drawingml/2006/main" noGrp="1"/>
          </p:cNvSpPr>
          <p:nvPr/>
        </p:nvSpPr>
        <p:spPr>
          <a:xfrm xmlns:a="http://schemas.openxmlformats.org/drawingml/2006/main">
            <a:off x="914400" y="4695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2" name="">
            <a:extLst xmlns:a="http://schemas.openxmlformats.org/drawingml/2006/main">
              <a:ext uri="{FF2B5EF4-FFF2-40B4-BE49-F238E27FC236}">
                <a16:creationId xmlns:a16="http://schemas.microsoft.com/office/drawing/2014/main" id="{C41EFB79-8AA1-4E14-8FE6-E526389241F8}"/>
              </a:ext>
            </a:extLst>
          </p:cNvPr>
          <p:cNvSpPr>
            <a:spLocks xmlns:a="http://schemas.openxmlformats.org/drawingml/2006/main" noGrp="1"/>
          </p:cNvSpPr>
          <p:nvPr/>
        </p:nvSpPr>
        <p:spPr>
          <a:xfrm xmlns:a="http://schemas.openxmlformats.org/drawingml/2006/main">
            <a:off x="2571750" y="4695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3" name="">
            <a:extLst xmlns:a="http://schemas.openxmlformats.org/drawingml/2006/main">
              <a:ext uri="{FF2B5EF4-FFF2-40B4-BE49-F238E27FC236}">
                <a16:creationId xmlns:a16="http://schemas.microsoft.com/office/drawing/2014/main" id="{9D641A3D-DDC4-4B57-B073-5F8A2A27F4B0}"/>
              </a:ext>
            </a:extLst>
          </p:cNvPr>
          <p:cNvSpPr>
            <a:spLocks xmlns:a="http://schemas.openxmlformats.org/drawingml/2006/main" noGrp="1"/>
          </p:cNvSpPr>
          <p:nvPr/>
        </p:nvSpPr>
        <p:spPr>
          <a:xfrm xmlns:a="http://schemas.openxmlformats.org/drawingml/2006/main">
            <a:off x="6191250" y="4695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4" name="">
            <a:extLst xmlns:a="http://schemas.openxmlformats.org/drawingml/2006/main">
              <a:ext uri="{FF2B5EF4-FFF2-40B4-BE49-F238E27FC236}">
                <a16:creationId xmlns:a16="http://schemas.microsoft.com/office/drawing/2014/main" id="{22A8BD16-F2F3-437E-A90B-F21922135371}"/>
              </a:ext>
            </a:extLst>
          </p:cNvPr>
          <p:cNvSpPr>
            <a:spLocks xmlns:a="http://schemas.openxmlformats.org/drawingml/2006/main" noGrp="1"/>
          </p:cNvSpPr>
          <p:nvPr/>
        </p:nvSpPr>
        <p:spPr>
          <a:xfrm xmlns:a="http://schemas.openxmlformats.org/drawingml/2006/main">
            <a:off x="723900" y="52197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3FF2246E-B86E-40F6-B752-EBBD38185E21}"/>
              </a:ext>
            </a:extLst>
          </p:cNvPr>
          <p:cNvSpPr>
            <a:spLocks xmlns:a="http://schemas.openxmlformats.org/drawingml/2006/main" noGrp="1"/>
          </p:cNvSpPr>
          <p:nvPr/>
        </p:nvSpPr>
        <p:spPr>
          <a:xfrm xmlns:a="http://schemas.openxmlformats.org/drawingml/2006/main">
            <a:off x="914400" y="5305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6" name="">
            <a:extLst xmlns:a="http://schemas.openxmlformats.org/drawingml/2006/main">
              <a:ext uri="{FF2B5EF4-FFF2-40B4-BE49-F238E27FC236}">
                <a16:creationId xmlns:a16="http://schemas.microsoft.com/office/drawing/2014/main" id="{18083514-7596-4027-9DAB-7AAA1323B53F}"/>
              </a:ext>
            </a:extLst>
          </p:cNvPr>
          <p:cNvSpPr>
            <a:spLocks xmlns:a="http://schemas.openxmlformats.org/drawingml/2006/main" noGrp="1"/>
          </p:cNvSpPr>
          <p:nvPr/>
        </p:nvSpPr>
        <p:spPr>
          <a:xfrm xmlns:a="http://schemas.openxmlformats.org/drawingml/2006/main">
            <a:off x="2571750" y="5305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7" name="">
            <a:extLst xmlns:a="http://schemas.openxmlformats.org/drawingml/2006/main">
              <a:ext uri="{FF2B5EF4-FFF2-40B4-BE49-F238E27FC236}">
                <a16:creationId xmlns:a16="http://schemas.microsoft.com/office/drawing/2014/main" id="{92D9AD9B-01B2-4D75-A41C-8EFF0872FD8A}"/>
              </a:ext>
            </a:extLst>
          </p:cNvPr>
          <p:cNvSpPr>
            <a:spLocks xmlns:a="http://schemas.openxmlformats.org/drawingml/2006/main" noGrp="1"/>
          </p:cNvSpPr>
          <p:nvPr/>
        </p:nvSpPr>
        <p:spPr>
          <a:xfrm xmlns:a="http://schemas.openxmlformats.org/drawingml/2006/main">
            <a:off x="6191250" y="5305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xmlns:p14="http://schemas.microsoft.com/office/powerpoint/2010/main" val="14636333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298997-FB93-48C6-86C4-D4EFBC9B78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114D8C3-3FE7-47B1-806F-FACD44709CB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6248B86-5A6F-4B13-A34D-1288788B7AC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3C93BDB4-9F31-423F-9BB8-5FA06E2340C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5" name="">
            <a:extLst xmlns:a="http://schemas.openxmlformats.org/drawingml/2006/main">
              <a:ext uri="{FF2B5EF4-FFF2-40B4-BE49-F238E27FC236}">
                <a16:creationId xmlns:a16="http://schemas.microsoft.com/office/drawing/2014/main" id="{6E8FE6E5-59DE-4536-8244-17DF5FAC4D3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6" name="">
            <a:extLst xmlns:a="http://schemas.openxmlformats.org/drawingml/2006/main">
              <a:ext uri="{FF2B5EF4-FFF2-40B4-BE49-F238E27FC236}">
                <a16:creationId xmlns:a16="http://schemas.microsoft.com/office/drawing/2014/main" id="{7FFF9C49-E4AB-40DD-BDFF-B4A527F1F76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AF5AEE4-E555-4BD6-A424-B1C89A27C28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A90137-0797-4465-81F4-F26007BA2BB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1B1E6E2-13F7-4793-99F8-4091328F420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862EE3F1-E4BC-4FF4-81EE-B99A0336E2E2}"/>
              </a:ext>
            </a:extLst>
          </p:cNvPr>
          <p:cNvSpPr>
            <a:spLocks xmlns:a="http://schemas.openxmlformats.org/drawingml/2006/main" noGrp="1"/>
          </p:cNvSpPr>
          <p:nvPr/>
        </p:nvSpPr>
        <p:spPr>
          <a:xfrm xmlns:a="http://schemas.openxmlformats.org/drawingml/2006/main">
            <a:off x="571500" y="1428750"/>
            <a:ext cx="104394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0dba91d60f44995"/>
          <a:stretch xmlns:a="http://schemas.openxmlformats.org/drawingml/2006/main"/>
        </p:blipFill>
        <p:spPr>
          <a:xfrm xmlns:a="http://schemas.openxmlformats.org/drawingml/2006/main">
            <a:off x="647700" y="1811655"/>
            <a:ext cx="10287000" cy="397764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141187E-AE24-4A5E-BB4F-88707E16E3C4}"/>
              </a:ext>
            </a:extLst>
          </p:cNvPr>
          <p:cNvSpPr>
            <a:spLocks xmlns:a="http://schemas.openxmlformats.org/drawingml/2006/main" noGrp="1"/>
          </p:cNvSpPr>
          <p:nvPr/>
        </p:nvSpPr>
        <p:spPr>
          <a:xfrm xmlns:a="http://schemas.openxmlformats.org/drawingml/2006/main">
            <a:off x="9258300" y="15240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53D4987-B998-4640-B0B7-9D1F96A16776}"/>
              </a:ext>
            </a:extLst>
          </p:cNvPr>
          <p:cNvSpPr>
            <a:spLocks xmlns:a="http://schemas.openxmlformats.org/drawingml/2006/main" noGrp="1"/>
          </p:cNvSpPr>
          <p:nvPr/>
        </p:nvSpPr>
        <p:spPr>
          <a:xfrm xmlns:a="http://schemas.openxmlformats.org/drawingml/2006/main">
            <a:off x="9353550" y="15716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xmlns:p14="http://schemas.microsoft.com/office/powerpoint/2010/main" val="12472339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EB60F0-4A64-4393-ADB7-9A1473615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EB623F-523E-41ED-9D26-1450D6A2F10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08C0F7B-DB77-48D8-8357-73B44E7A30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1881B7D3-41A6-4724-A64A-48BFD0989F8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5" name="">
            <a:extLst xmlns:a="http://schemas.openxmlformats.org/drawingml/2006/main">
              <a:ext uri="{FF2B5EF4-FFF2-40B4-BE49-F238E27FC236}">
                <a16:creationId xmlns:a16="http://schemas.microsoft.com/office/drawing/2014/main" id="{A9572559-7507-4063-9AFD-B7C2009B861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6" name="">
            <a:extLst xmlns:a="http://schemas.openxmlformats.org/drawingml/2006/main">
              <a:ext uri="{FF2B5EF4-FFF2-40B4-BE49-F238E27FC236}">
                <a16:creationId xmlns:a16="http://schemas.microsoft.com/office/drawing/2014/main" id="{F1945FD1-FB72-434A-BD1D-F95D852B0C7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40AE8AE-155E-4231-B956-908D42CD0FB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C1BE322-D669-49CA-9B52-289EEB19CEF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896C48F3-1FB5-447E-B4B8-7363AB3F14D5}"/>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36B31FAE-BB8D-4F1F-8542-187A35577A56}"/>
              </a:ext>
            </a:extLst>
          </p:cNvPr>
          <p:cNvSpPr>
            <a:spLocks xmlns:a="http://schemas.openxmlformats.org/drawingml/2006/main" noGrp="1"/>
          </p:cNvSpPr>
          <p:nvPr/>
        </p:nvSpPr>
        <p:spPr>
          <a:xfrm xmlns:a="http://schemas.openxmlformats.org/drawingml/2006/main">
            <a:off x="552450" y="1428750"/>
            <a:ext cx="1005840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3c18b15eac9401c"/>
          <a:stretch xmlns:a="http://schemas.openxmlformats.org/drawingml/2006/main"/>
        </p:blipFill>
        <p:spPr>
          <a:xfrm xmlns:a="http://schemas.openxmlformats.org/drawingml/2006/main">
            <a:off x="2724150" y="1504950"/>
            <a:ext cx="57150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977290-02D5-4F6C-B320-DCD83D92936A}"/>
              </a:ext>
            </a:extLst>
          </p:cNvPr>
          <p:cNvSpPr>
            <a:spLocks xmlns:a="http://schemas.openxmlformats.org/drawingml/2006/main" noGrp="1"/>
          </p:cNvSpPr>
          <p:nvPr/>
        </p:nvSpPr>
        <p:spPr>
          <a:xfrm xmlns:a="http://schemas.openxmlformats.org/drawingml/2006/main">
            <a:off x="10668000" y="1809750"/>
            <a:ext cx="952500" cy="1571625"/>
          </a:xfrm>
          <a:prstGeom xmlns:a="http://schemas.openxmlformats.org/drawingml/2006/main" prst="roundRect">
            <a:avLst>
              <a:gd name="adj" fmla="val 8000"/>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8FF681B3-1B37-4A6F-8676-B127E9E19BD4}"/>
              </a:ext>
            </a:extLst>
          </p:cNvPr>
          <p:cNvSpPr>
            <a:spLocks xmlns:a="http://schemas.openxmlformats.org/drawingml/2006/main" noGrp="1"/>
          </p:cNvSpPr>
          <p:nvPr/>
        </p:nvSpPr>
        <p:spPr>
          <a:xfrm xmlns:a="http://schemas.openxmlformats.org/drawingml/2006/main">
            <a:off x="10839450" y="1981200"/>
            <a:ext cx="60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4" name="">
            <a:extLst xmlns:a="http://schemas.openxmlformats.org/drawingml/2006/main">
              <a:ext uri="{FF2B5EF4-FFF2-40B4-BE49-F238E27FC236}">
                <a16:creationId xmlns:a16="http://schemas.microsoft.com/office/drawing/2014/main" id="{B93B4C25-82FB-4AB7-88DA-0ABFA0FA0A31}"/>
              </a:ext>
            </a:extLst>
          </p:cNvPr>
          <p:cNvSpPr>
            <a:spLocks xmlns:a="http://schemas.openxmlformats.org/drawingml/2006/main" noGrp="1"/>
          </p:cNvSpPr>
          <p:nvPr/>
        </p:nvSpPr>
        <p:spPr>
          <a:xfrm xmlns:a="http://schemas.openxmlformats.org/drawingml/2006/main">
            <a:off x="10839450" y="2266950"/>
            <a:ext cx="609600" cy="981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xmlns:p14="http://schemas.microsoft.com/office/powerpoint/2010/main" val="862674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A31543-FC2B-4FCB-9999-68AC1506B2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4430326-CF8A-4E54-A44F-675E5E584ED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501FF2B-A537-4E19-BA56-0BACBC6556D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F1C9E30-F07F-4ED7-9EEE-8A1ED1086ED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5" name="">
            <a:extLst xmlns:a="http://schemas.openxmlformats.org/drawingml/2006/main">
              <a:ext uri="{FF2B5EF4-FFF2-40B4-BE49-F238E27FC236}">
                <a16:creationId xmlns:a16="http://schemas.microsoft.com/office/drawing/2014/main" id="{FA61058A-DC4B-4E18-8679-4A5A046C3A50}"/>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6" name="">
            <a:extLst xmlns:a="http://schemas.openxmlformats.org/drawingml/2006/main">
              <a:ext uri="{FF2B5EF4-FFF2-40B4-BE49-F238E27FC236}">
                <a16:creationId xmlns:a16="http://schemas.microsoft.com/office/drawing/2014/main" id="{05406AC6-6362-4366-9B33-62BA7663748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BABA1E0-3175-4B6A-9995-9D8AC1D2257B}"/>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09B4AC1-9AF4-45AE-8C30-AA54492A3634}"/>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AC7B21C-AB2A-415C-95A4-4A068E46CF9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7762FDF3-F3C2-4424-87AF-3B1AF00431E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53d312013d48cf"/>
          <a:stretch xmlns:a="http://schemas.openxmlformats.org/drawingml/2006/main"/>
        </p:blipFill>
        <p:spPr>
          <a:xfrm xmlns:a="http://schemas.openxmlformats.org/drawingml/2006/main">
            <a:off x="1397852" y="1504950"/>
            <a:ext cx="8958146"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29F5D1-17E1-4C63-987F-90553A7325D7}"/>
              </a:ext>
            </a:extLst>
          </p:cNvPr>
          <p:cNvSpPr>
            <a:spLocks xmlns:a="http://schemas.openxmlformats.org/drawingml/2006/main" noGrp="1"/>
          </p:cNvSpPr>
          <p:nvPr/>
        </p:nvSpPr>
        <p:spPr>
          <a:xfrm xmlns:a="http://schemas.openxmlformats.org/drawingml/2006/main">
            <a:off x="93345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F5300AF-D54D-45D3-B135-6B627F37279F}"/>
              </a:ext>
            </a:extLst>
          </p:cNvPr>
          <p:cNvSpPr>
            <a:spLocks xmlns:a="http://schemas.openxmlformats.org/drawingml/2006/main" noGrp="1"/>
          </p:cNvSpPr>
          <p:nvPr/>
        </p:nvSpPr>
        <p:spPr>
          <a:xfrm xmlns:a="http://schemas.openxmlformats.org/drawingml/2006/main">
            <a:off x="94297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xmlns:p14="http://schemas.microsoft.com/office/powerpoint/2010/main" val="16546069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3CD2CE-18F5-4798-81A7-BDB2FB95AB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8C66E5-430A-4F4F-88A9-73ACC4721A2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456B50-4D5A-463E-9AF6-693AB3172701}"/>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5C6FE1E-2E02-42B5-96A2-FA294FDD4DE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5" name="">
            <a:extLst xmlns:a="http://schemas.openxmlformats.org/drawingml/2006/main">
              <a:ext uri="{FF2B5EF4-FFF2-40B4-BE49-F238E27FC236}">
                <a16:creationId xmlns:a16="http://schemas.microsoft.com/office/drawing/2014/main" id="{8EBF08D3-E571-4266-BBA1-B80B04F0B089}"/>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6" name="">
            <a:extLst xmlns:a="http://schemas.openxmlformats.org/drawingml/2006/main">
              <a:ext uri="{FF2B5EF4-FFF2-40B4-BE49-F238E27FC236}">
                <a16:creationId xmlns:a16="http://schemas.microsoft.com/office/drawing/2014/main" id="{00F9B1F3-5BC9-4ADA-AD98-1E090E82933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D265D18-E733-44BC-8EFE-E988EA4F7D4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167B963-CB3A-4279-8C43-D81FEF67C82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8C906EC-4A80-4759-B9B5-DAA5871B04D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0CCA7828-2411-4B92-BC90-B2A475367EB9}"/>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148633044414aea"/>
          <a:stretch xmlns:a="http://schemas.openxmlformats.org/drawingml/2006/main"/>
        </p:blipFill>
        <p:spPr>
          <a:xfrm xmlns:a="http://schemas.openxmlformats.org/drawingml/2006/main">
            <a:off x="1285875" y="1504950"/>
            <a:ext cx="918210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49429D6-9116-454C-AB09-8CA56E586711}"/>
              </a:ext>
            </a:extLst>
          </p:cNvPr>
          <p:cNvSpPr>
            <a:spLocks xmlns:a="http://schemas.openxmlformats.org/drawingml/2006/main" noGrp="1"/>
          </p:cNvSpPr>
          <p:nvPr/>
        </p:nvSpPr>
        <p:spPr>
          <a:xfrm xmlns:a="http://schemas.openxmlformats.org/drawingml/2006/main">
            <a:off x="91059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77F94D81-16FD-4BAC-8642-4277A0037EEC}"/>
              </a:ext>
            </a:extLst>
          </p:cNvPr>
          <p:cNvSpPr>
            <a:spLocks xmlns:a="http://schemas.openxmlformats.org/drawingml/2006/main" noGrp="1"/>
          </p:cNvSpPr>
          <p:nvPr/>
        </p:nvSpPr>
        <p:spPr>
          <a:xfrm xmlns:a="http://schemas.openxmlformats.org/drawingml/2006/main">
            <a:off x="92011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xmlns:p14="http://schemas.microsoft.com/office/powerpoint/2010/main" val="2544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5CD29B-E662-4F1A-879C-2A83873DE4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2060FF-EA35-4D7D-A5BF-672DDF90869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0E5349-0E90-468A-9E5D-767D5E2B187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AAB77C6F-9F8A-44E6-824A-876925FB35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5" name="">
            <a:extLst xmlns:a="http://schemas.openxmlformats.org/drawingml/2006/main">
              <a:ext uri="{FF2B5EF4-FFF2-40B4-BE49-F238E27FC236}">
                <a16:creationId xmlns:a16="http://schemas.microsoft.com/office/drawing/2014/main" id="{92986528-46D3-4E9F-8FCE-6FD9938CEFB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6" name="">
            <a:extLst xmlns:a="http://schemas.openxmlformats.org/drawingml/2006/main">
              <a:ext uri="{FF2B5EF4-FFF2-40B4-BE49-F238E27FC236}">
                <a16:creationId xmlns:a16="http://schemas.microsoft.com/office/drawing/2014/main" id="{34475E32-57A7-4916-BC2A-ADA300ACCED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3AB849A-6FA2-4A68-B04E-BDEFCB0B303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41E611E-7D9E-4E68-AF13-1801D4B9FBEE}"/>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5139703-8A12-496D-B49D-FC6DCC7C4E1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0" name="">
            <a:extLst xmlns:a="http://schemas.openxmlformats.org/drawingml/2006/main">
              <a:ext uri="{FF2B5EF4-FFF2-40B4-BE49-F238E27FC236}">
                <a16:creationId xmlns:a16="http://schemas.microsoft.com/office/drawing/2014/main" id="{F2239614-5DD2-48AC-9230-F056FABD622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fd6bc3eaaf24f94"/>
          <a:stretch xmlns:a="http://schemas.openxmlformats.org/drawingml/2006/main"/>
        </p:blipFill>
        <p:spPr>
          <a:xfrm xmlns:a="http://schemas.openxmlformats.org/drawingml/2006/main">
            <a:off x="2051050" y="1504950"/>
            <a:ext cx="765175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CC1B7DA-D270-4B2A-9C8E-B0B2F85C184F}"/>
              </a:ext>
            </a:extLst>
          </p:cNvPr>
          <p:cNvSpPr>
            <a:spLocks xmlns:a="http://schemas.openxmlformats.org/drawingml/2006/main" noGrp="1"/>
          </p:cNvSpPr>
          <p:nvPr/>
        </p:nvSpPr>
        <p:spPr>
          <a:xfrm xmlns:a="http://schemas.openxmlformats.org/drawingml/2006/main">
            <a:off x="90487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3" name="">
            <a:extLst xmlns:a="http://schemas.openxmlformats.org/drawingml/2006/main">
              <a:ext uri="{FF2B5EF4-FFF2-40B4-BE49-F238E27FC236}">
                <a16:creationId xmlns:a16="http://schemas.microsoft.com/office/drawing/2014/main" id="{FA0E96A0-0E6E-49FA-BFEE-21F433DF8251}"/>
              </a:ext>
            </a:extLst>
          </p:cNvPr>
          <p:cNvSpPr>
            <a:spLocks xmlns:a="http://schemas.openxmlformats.org/drawingml/2006/main" noGrp="1"/>
          </p:cNvSpPr>
          <p:nvPr/>
        </p:nvSpPr>
        <p:spPr>
          <a:xfrm xmlns:a="http://schemas.openxmlformats.org/drawingml/2006/main">
            <a:off x="91440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xmlns:p14="http://schemas.microsoft.com/office/powerpoint/2010/main" val="16187622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64F74B-5DAC-47ED-9FF4-A8B2A1B3D5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0B843B-958D-48FE-9AEF-E99B4D2AFF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BB58583-46CB-4143-8E21-251E9776617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9F766ED-F1ED-47D4-BD53-89E42A9FDEC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5" name="">
            <a:extLst xmlns:a="http://schemas.openxmlformats.org/drawingml/2006/main">
              <a:ext uri="{FF2B5EF4-FFF2-40B4-BE49-F238E27FC236}">
                <a16:creationId xmlns:a16="http://schemas.microsoft.com/office/drawing/2014/main" id="{91118077-4CA5-4613-94D3-2311822CF4A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6" name="">
            <a:extLst xmlns:a="http://schemas.openxmlformats.org/drawingml/2006/main">
              <a:ext uri="{FF2B5EF4-FFF2-40B4-BE49-F238E27FC236}">
                <a16:creationId xmlns:a16="http://schemas.microsoft.com/office/drawing/2014/main" id="{CDCBDC2D-8E96-4181-AAB0-AED388BFBF9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8D2D1E-B1D7-4527-9203-816B66304E72}"/>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F281126-1A7A-4C19-94CF-E83797133638}"/>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374CBD4-1D17-4BC2-851A-9ADEC0EF32C0}"/>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0C82184A-3FB5-4DDA-BB20-E9081D66D27A}"/>
              </a:ext>
            </a:extLst>
          </p:cNvPr>
          <p:cNvSpPr>
            <a:spLocks xmlns:a="http://schemas.openxmlformats.org/drawingml/2006/main" noGrp="1"/>
          </p:cNvSpPr>
          <p:nvPr/>
        </p:nvSpPr>
        <p:spPr>
          <a:xfrm xmlns:a="http://schemas.openxmlformats.org/drawingml/2006/main">
            <a:off x="571500" y="1428750"/>
            <a:ext cx="98679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33bfcf282ae456f"/>
          <a:stretch xmlns:a="http://schemas.openxmlformats.org/drawingml/2006/main"/>
        </p:blipFill>
        <p:spPr>
          <a:xfrm xmlns:a="http://schemas.openxmlformats.org/drawingml/2006/main">
            <a:off x="1973873" y="1504950"/>
            <a:ext cx="706315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836F60E-4020-44F9-B760-41D233B8B9BC}"/>
              </a:ext>
            </a:extLst>
          </p:cNvPr>
          <p:cNvSpPr>
            <a:spLocks xmlns:a="http://schemas.openxmlformats.org/drawingml/2006/main" noGrp="1"/>
          </p:cNvSpPr>
          <p:nvPr/>
        </p:nvSpPr>
        <p:spPr>
          <a:xfrm xmlns:a="http://schemas.openxmlformats.org/drawingml/2006/main">
            <a:off x="10496550" y="1809750"/>
            <a:ext cx="1123950" cy="18097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DC54D62-3030-4044-ADDE-0AD82DC4B545}"/>
              </a:ext>
            </a:extLst>
          </p:cNvPr>
          <p:cNvSpPr>
            <a:spLocks xmlns:a="http://schemas.openxmlformats.org/drawingml/2006/main" noGrp="1"/>
          </p:cNvSpPr>
          <p:nvPr/>
        </p:nvSpPr>
        <p:spPr>
          <a:xfrm xmlns:a="http://schemas.openxmlformats.org/drawingml/2006/main">
            <a:off x="10668000" y="19812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4" name="">
            <a:extLst xmlns:a="http://schemas.openxmlformats.org/drawingml/2006/main">
              <a:ext uri="{FF2B5EF4-FFF2-40B4-BE49-F238E27FC236}">
                <a16:creationId xmlns:a16="http://schemas.microsoft.com/office/drawing/2014/main" id="{1E2BC5A9-D096-44A8-A532-0C26BD49F5CC}"/>
              </a:ext>
            </a:extLst>
          </p:cNvPr>
          <p:cNvSpPr>
            <a:spLocks xmlns:a="http://schemas.openxmlformats.org/drawingml/2006/main" noGrp="1"/>
          </p:cNvSpPr>
          <p:nvPr/>
        </p:nvSpPr>
        <p:spPr>
          <a:xfrm xmlns:a="http://schemas.openxmlformats.org/drawingml/2006/main">
            <a:off x="10668000" y="2266950"/>
            <a:ext cx="7810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xmlns:p14="http://schemas.microsoft.com/office/powerpoint/2010/main" val="5565402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BF6A0B-AC12-4BCC-A62F-44035F4D68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315C90A-4738-4A64-B0B5-0C84AA3631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4F91271-DA5B-4E66-AB57-6BE2F096C658}"/>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CDCE641-DF56-49A6-BDD1-90B5A2825FE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5" name="">
            <a:extLst xmlns:a="http://schemas.openxmlformats.org/drawingml/2006/main">
              <a:ext uri="{FF2B5EF4-FFF2-40B4-BE49-F238E27FC236}">
                <a16:creationId xmlns:a16="http://schemas.microsoft.com/office/drawing/2014/main" id="{8929FFD1-C7D3-4327-B685-429D4B17838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6" name="">
            <a:extLst xmlns:a="http://schemas.openxmlformats.org/drawingml/2006/main">
              <a:ext uri="{FF2B5EF4-FFF2-40B4-BE49-F238E27FC236}">
                <a16:creationId xmlns:a16="http://schemas.microsoft.com/office/drawing/2014/main" id="{932F0AB3-4489-4662-B385-9A70A5B8259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0E6500E-836E-4BCC-8F6A-17D1B17E95F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52CD2F3-E7D2-495C-B421-5BBDDCFE9329}"/>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E1B10-9A79-45D5-8DFF-3985E09020B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A92AC0DE-D422-4681-AB5B-18F0981ADD08}"/>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99eab6cc8e34158"/>
          <a:stretch xmlns:a="http://schemas.openxmlformats.org/drawingml/2006/main"/>
        </p:blipFill>
        <p:spPr>
          <a:xfrm xmlns:a="http://schemas.openxmlformats.org/drawingml/2006/main">
            <a:off x="1777773" y="1504950"/>
            <a:ext cx="819830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F79CFF-D138-4C69-8E74-4B46E9E1811E}"/>
              </a:ext>
            </a:extLst>
          </p:cNvPr>
          <p:cNvSpPr>
            <a:spLocks xmlns:a="http://schemas.openxmlformats.org/drawingml/2006/main" noGrp="1"/>
          </p:cNvSpPr>
          <p:nvPr/>
        </p:nvSpPr>
        <p:spPr>
          <a:xfrm xmlns:a="http://schemas.openxmlformats.org/drawingml/2006/main">
            <a:off x="8477250" y="1524000"/>
            <a:ext cx="1809750" cy="247650"/>
          </a:xfrm>
          <a:prstGeom xmlns:a="http://schemas.openxmlformats.org/drawingml/2006/main" prst="rect">
            <a:avLst/>
          </a:prstGeom>
          <a:solidFill xmlns:a="http://schemas.openxmlformats.org/drawingml/2006/main">
            <a:srgbClr val="FBEDE8"/>
          </a:solidFill>
          <a:ln xmlns:a="http://schemas.openxmlformats.org/drawingml/2006/main" w="0">
            <a:solidFill>
              <a:srgbClr val="FBEDE8"/>
            </a:solidFill>
            <a:prstDash val="solid"/>
          </a:ln>
        </p:spPr>
      </p:sp>
      <p:sp>
        <p:nvSpPr>
          <p:cNvPr id="13" name="">
            <a:extLst xmlns:a="http://schemas.openxmlformats.org/drawingml/2006/main">
              <a:ext uri="{FF2B5EF4-FFF2-40B4-BE49-F238E27FC236}">
                <a16:creationId xmlns:a16="http://schemas.microsoft.com/office/drawing/2014/main" id="{9E84F440-BE44-4651-AB49-D5728B6B2C56}"/>
              </a:ext>
            </a:extLst>
          </p:cNvPr>
          <p:cNvSpPr>
            <a:spLocks xmlns:a="http://schemas.openxmlformats.org/drawingml/2006/main" noGrp="1"/>
          </p:cNvSpPr>
          <p:nvPr/>
        </p:nvSpPr>
        <p:spPr>
          <a:xfrm xmlns:a="http://schemas.openxmlformats.org/drawingml/2006/main">
            <a:off x="8572500" y="15716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xmlns:p14="http://schemas.microsoft.com/office/powerpoint/2010/main" val="19435505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6B325E-7AE1-4BC4-9FC6-8DD09D8F4A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9880EB-D5BF-48BA-9012-C8C11DE7A53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D05EA34-EE28-4E05-A5A2-A5ED803E844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4" name="">
            <a:extLst xmlns:a="http://schemas.openxmlformats.org/drawingml/2006/main">
              <a:ext uri="{FF2B5EF4-FFF2-40B4-BE49-F238E27FC236}">
                <a16:creationId xmlns:a16="http://schemas.microsoft.com/office/drawing/2014/main" id="{809A339B-F333-4E84-BF4F-D62BD0B1E53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5" name="">
            <a:extLst xmlns:a="http://schemas.openxmlformats.org/drawingml/2006/main">
              <a:ext uri="{FF2B5EF4-FFF2-40B4-BE49-F238E27FC236}">
                <a16:creationId xmlns:a16="http://schemas.microsoft.com/office/drawing/2014/main" id="{9A8D8480-CD39-45C3-A7E1-F0B185F9D044}"/>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6" name="">
            <a:extLst xmlns:a="http://schemas.openxmlformats.org/drawingml/2006/main">
              <a:ext uri="{FF2B5EF4-FFF2-40B4-BE49-F238E27FC236}">
                <a16:creationId xmlns:a16="http://schemas.microsoft.com/office/drawing/2014/main" id="{7A10255D-9F7F-4ABA-8448-B6414DE02B8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84BC926-C690-4762-9BC3-C0C5EF84004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3FFB285-1C5D-4F8B-8331-D2FE9B5BCA0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933F6-72E8-4958-881E-EAFED0AC48F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F147D288-7FB6-4742-8874-D538043C6D22}"/>
              </a:ext>
            </a:extLst>
          </p:cNvPr>
          <p:cNvSpPr>
            <a:spLocks xmlns:a="http://schemas.openxmlformats.org/drawingml/2006/main" noGrp="1"/>
          </p:cNvSpPr>
          <p:nvPr/>
        </p:nvSpPr>
        <p:spPr>
          <a:xfrm xmlns:a="http://schemas.openxmlformats.org/drawingml/2006/main">
            <a:off x="78105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D0CC9C74-B283-473B-AF1C-41CC74343EF8}"/>
              </a:ext>
            </a:extLst>
          </p:cNvPr>
          <p:cNvSpPr>
            <a:spLocks xmlns:a="http://schemas.openxmlformats.org/drawingml/2006/main" noGrp="1"/>
          </p:cNvSpPr>
          <p:nvPr/>
        </p:nvSpPr>
        <p:spPr>
          <a:xfrm xmlns:a="http://schemas.openxmlformats.org/drawingml/2006/main">
            <a:off x="95250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2" name="">
            <a:extLst xmlns:a="http://schemas.openxmlformats.org/drawingml/2006/main">
              <a:ext uri="{FF2B5EF4-FFF2-40B4-BE49-F238E27FC236}">
                <a16:creationId xmlns:a16="http://schemas.microsoft.com/office/drawing/2014/main" id="{BC53AB4B-CE9D-40AE-9DE3-F39F71937322}"/>
              </a:ext>
            </a:extLst>
          </p:cNvPr>
          <p:cNvSpPr>
            <a:spLocks xmlns:a="http://schemas.openxmlformats.org/drawingml/2006/main" noGrp="1"/>
          </p:cNvSpPr>
          <p:nvPr/>
        </p:nvSpPr>
        <p:spPr>
          <a:xfrm xmlns:a="http://schemas.openxmlformats.org/drawingml/2006/main">
            <a:off x="95250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3" name="">
            <a:extLst xmlns:a="http://schemas.openxmlformats.org/drawingml/2006/main">
              <a:ext uri="{FF2B5EF4-FFF2-40B4-BE49-F238E27FC236}">
                <a16:creationId xmlns:a16="http://schemas.microsoft.com/office/drawing/2014/main" id="{740479DC-FDD5-4E33-9928-B1078B65B530}"/>
              </a:ext>
            </a:extLst>
          </p:cNvPr>
          <p:cNvSpPr>
            <a:spLocks xmlns:a="http://schemas.openxmlformats.org/drawingml/2006/main" noGrp="1"/>
          </p:cNvSpPr>
          <p:nvPr/>
        </p:nvSpPr>
        <p:spPr>
          <a:xfrm xmlns:a="http://schemas.openxmlformats.org/drawingml/2006/main">
            <a:off x="78105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4" name="">
            <a:extLst xmlns:a="http://schemas.openxmlformats.org/drawingml/2006/main">
              <a:ext uri="{FF2B5EF4-FFF2-40B4-BE49-F238E27FC236}">
                <a16:creationId xmlns:a16="http://schemas.microsoft.com/office/drawing/2014/main" id="{EBB69835-F40B-44B1-8329-22B1AD657B2A}"/>
              </a:ext>
            </a:extLst>
          </p:cNvPr>
          <p:cNvSpPr>
            <a:spLocks xmlns:a="http://schemas.openxmlformats.org/drawingml/2006/main" noGrp="1"/>
          </p:cNvSpPr>
          <p:nvPr/>
        </p:nvSpPr>
        <p:spPr>
          <a:xfrm xmlns:a="http://schemas.openxmlformats.org/drawingml/2006/main">
            <a:off x="95250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5" name="">
            <a:extLst xmlns:a="http://schemas.openxmlformats.org/drawingml/2006/main">
              <a:ext uri="{FF2B5EF4-FFF2-40B4-BE49-F238E27FC236}">
                <a16:creationId xmlns:a16="http://schemas.microsoft.com/office/drawing/2014/main" id="{461E4039-B539-4C55-B302-B8B37E656F0F}"/>
              </a:ext>
            </a:extLst>
          </p:cNvPr>
          <p:cNvSpPr>
            <a:spLocks xmlns:a="http://schemas.openxmlformats.org/drawingml/2006/main" noGrp="1"/>
          </p:cNvSpPr>
          <p:nvPr/>
        </p:nvSpPr>
        <p:spPr>
          <a:xfrm xmlns:a="http://schemas.openxmlformats.org/drawingml/2006/main">
            <a:off x="95250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6" name="">
            <a:extLst xmlns:a="http://schemas.openxmlformats.org/drawingml/2006/main">
              <a:ext uri="{FF2B5EF4-FFF2-40B4-BE49-F238E27FC236}">
                <a16:creationId xmlns:a16="http://schemas.microsoft.com/office/drawing/2014/main" id="{8425E3BC-2AF7-4846-BBF4-2015F3487553}"/>
              </a:ext>
            </a:extLst>
          </p:cNvPr>
          <p:cNvSpPr>
            <a:spLocks xmlns:a="http://schemas.openxmlformats.org/drawingml/2006/main" noGrp="1"/>
          </p:cNvSpPr>
          <p:nvPr/>
        </p:nvSpPr>
        <p:spPr>
          <a:xfrm xmlns:a="http://schemas.openxmlformats.org/drawingml/2006/main">
            <a:off x="78105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7" name="">
            <a:extLst xmlns:a="http://schemas.openxmlformats.org/drawingml/2006/main">
              <a:ext uri="{FF2B5EF4-FFF2-40B4-BE49-F238E27FC236}">
                <a16:creationId xmlns:a16="http://schemas.microsoft.com/office/drawing/2014/main" id="{37067C45-1F52-49F6-BCDB-E849B23935CC}"/>
              </a:ext>
            </a:extLst>
          </p:cNvPr>
          <p:cNvSpPr>
            <a:spLocks xmlns:a="http://schemas.openxmlformats.org/drawingml/2006/main" noGrp="1"/>
          </p:cNvSpPr>
          <p:nvPr/>
        </p:nvSpPr>
        <p:spPr>
          <a:xfrm xmlns:a="http://schemas.openxmlformats.org/drawingml/2006/main">
            <a:off x="95250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8" name="">
            <a:extLst xmlns:a="http://schemas.openxmlformats.org/drawingml/2006/main">
              <a:ext uri="{FF2B5EF4-FFF2-40B4-BE49-F238E27FC236}">
                <a16:creationId xmlns:a16="http://schemas.microsoft.com/office/drawing/2014/main" id="{55313BAD-822F-4BA9-A22A-1730690F949F}"/>
              </a:ext>
            </a:extLst>
          </p:cNvPr>
          <p:cNvSpPr>
            <a:spLocks xmlns:a="http://schemas.openxmlformats.org/drawingml/2006/main" noGrp="1"/>
          </p:cNvSpPr>
          <p:nvPr/>
        </p:nvSpPr>
        <p:spPr>
          <a:xfrm xmlns:a="http://schemas.openxmlformats.org/drawingml/2006/main">
            <a:off x="95250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19" name="">
            <a:extLst xmlns:a="http://schemas.openxmlformats.org/drawingml/2006/main">
              <a:ext uri="{FF2B5EF4-FFF2-40B4-BE49-F238E27FC236}">
                <a16:creationId xmlns:a16="http://schemas.microsoft.com/office/drawing/2014/main" id="{F5156060-72EF-4251-BF42-422F6B3931FA}"/>
              </a:ext>
            </a:extLst>
          </p:cNvPr>
          <p:cNvSpPr>
            <a:spLocks xmlns:a="http://schemas.openxmlformats.org/drawingml/2006/main" noGrp="1"/>
          </p:cNvSpPr>
          <p:nvPr/>
        </p:nvSpPr>
        <p:spPr>
          <a:xfrm xmlns:a="http://schemas.openxmlformats.org/drawingml/2006/main">
            <a:off x="78105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0" name="">
            <a:extLst xmlns:a="http://schemas.openxmlformats.org/drawingml/2006/main">
              <a:ext uri="{FF2B5EF4-FFF2-40B4-BE49-F238E27FC236}">
                <a16:creationId xmlns:a16="http://schemas.microsoft.com/office/drawing/2014/main" id="{ED2BD499-89C1-4FE4-8D46-52D2EDD10B5B}"/>
              </a:ext>
            </a:extLst>
          </p:cNvPr>
          <p:cNvSpPr>
            <a:spLocks xmlns:a="http://schemas.openxmlformats.org/drawingml/2006/main" noGrp="1"/>
          </p:cNvSpPr>
          <p:nvPr/>
        </p:nvSpPr>
        <p:spPr>
          <a:xfrm xmlns:a="http://schemas.openxmlformats.org/drawingml/2006/main">
            <a:off x="95250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1" name="">
            <a:extLst xmlns:a="http://schemas.openxmlformats.org/drawingml/2006/main">
              <a:ext uri="{FF2B5EF4-FFF2-40B4-BE49-F238E27FC236}">
                <a16:creationId xmlns:a16="http://schemas.microsoft.com/office/drawing/2014/main" id="{8868B001-3914-4CD0-ACE6-F9E4E504C322}"/>
              </a:ext>
            </a:extLst>
          </p:cNvPr>
          <p:cNvSpPr>
            <a:spLocks xmlns:a="http://schemas.openxmlformats.org/drawingml/2006/main" noGrp="1"/>
          </p:cNvSpPr>
          <p:nvPr/>
        </p:nvSpPr>
        <p:spPr>
          <a:xfrm xmlns:a="http://schemas.openxmlformats.org/drawingml/2006/main">
            <a:off x="95250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2" name="">
            <a:extLst xmlns:a="http://schemas.openxmlformats.org/drawingml/2006/main">
              <a:ext uri="{FF2B5EF4-FFF2-40B4-BE49-F238E27FC236}">
                <a16:creationId xmlns:a16="http://schemas.microsoft.com/office/drawing/2014/main" id="{0F38927B-28F6-4954-A380-4FD8BCB3A71A}"/>
              </a:ext>
            </a:extLst>
          </p:cNvPr>
          <p:cNvSpPr>
            <a:spLocks xmlns:a="http://schemas.openxmlformats.org/drawingml/2006/main" noGrp="1"/>
          </p:cNvSpPr>
          <p:nvPr/>
        </p:nvSpPr>
        <p:spPr>
          <a:xfrm xmlns:a="http://schemas.openxmlformats.org/drawingml/2006/main">
            <a:off x="78105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67CD0B07-C3FB-4893-9D60-FD165A69D941}"/>
              </a:ext>
            </a:extLst>
          </p:cNvPr>
          <p:cNvSpPr>
            <a:spLocks xmlns:a="http://schemas.openxmlformats.org/drawingml/2006/main" noGrp="1"/>
          </p:cNvSpPr>
          <p:nvPr/>
        </p:nvSpPr>
        <p:spPr>
          <a:xfrm xmlns:a="http://schemas.openxmlformats.org/drawingml/2006/main">
            <a:off x="95250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4" name="">
            <a:extLst xmlns:a="http://schemas.openxmlformats.org/drawingml/2006/main">
              <a:ext uri="{FF2B5EF4-FFF2-40B4-BE49-F238E27FC236}">
                <a16:creationId xmlns:a16="http://schemas.microsoft.com/office/drawing/2014/main" id="{9802357D-8DA9-4196-8D1C-533E0E4E83D8}"/>
              </a:ext>
            </a:extLst>
          </p:cNvPr>
          <p:cNvSpPr>
            <a:spLocks xmlns:a="http://schemas.openxmlformats.org/drawingml/2006/main" noGrp="1"/>
          </p:cNvSpPr>
          <p:nvPr/>
        </p:nvSpPr>
        <p:spPr>
          <a:xfrm xmlns:a="http://schemas.openxmlformats.org/drawingml/2006/main">
            <a:off x="95250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5" name="">
            <a:extLst xmlns:a="http://schemas.openxmlformats.org/drawingml/2006/main">
              <a:ext uri="{FF2B5EF4-FFF2-40B4-BE49-F238E27FC236}">
                <a16:creationId xmlns:a16="http://schemas.microsoft.com/office/drawing/2014/main" id="{102E46A6-0C62-457C-BE25-E6210BC0E664}"/>
              </a:ext>
            </a:extLst>
          </p:cNvPr>
          <p:cNvSpPr>
            <a:spLocks xmlns:a="http://schemas.openxmlformats.org/drawingml/2006/main" noGrp="1"/>
          </p:cNvSpPr>
          <p:nvPr/>
        </p:nvSpPr>
        <p:spPr>
          <a:xfrm xmlns:a="http://schemas.openxmlformats.org/drawingml/2006/main">
            <a:off x="647700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6" name="">
            <a:extLst xmlns:a="http://schemas.openxmlformats.org/drawingml/2006/main">
              <a:ext uri="{FF2B5EF4-FFF2-40B4-BE49-F238E27FC236}">
                <a16:creationId xmlns:a16="http://schemas.microsoft.com/office/drawing/2014/main" id="{AD13EEB1-108B-4877-A06E-6051FE5F2CEE}"/>
              </a:ext>
            </a:extLst>
          </p:cNvPr>
          <p:cNvSpPr>
            <a:spLocks xmlns:a="http://schemas.openxmlformats.org/drawingml/2006/main" noGrp="1"/>
          </p:cNvSpPr>
          <p:nvPr/>
        </p:nvSpPr>
        <p:spPr>
          <a:xfrm xmlns:a="http://schemas.openxmlformats.org/drawingml/2006/main">
            <a:off x="664845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7" name="">
            <a:extLst xmlns:a="http://schemas.openxmlformats.org/drawingml/2006/main">
              <a:ext uri="{FF2B5EF4-FFF2-40B4-BE49-F238E27FC236}">
                <a16:creationId xmlns:a16="http://schemas.microsoft.com/office/drawing/2014/main" id="{224C2FE3-DF6E-4325-984B-89B4C76F2693}"/>
              </a:ext>
            </a:extLst>
          </p:cNvPr>
          <p:cNvSpPr>
            <a:spLocks xmlns:a="http://schemas.openxmlformats.org/drawingml/2006/main" noGrp="1"/>
          </p:cNvSpPr>
          <p:nvPr/>
        </p:nvSpPr>
        <p:spPr>
          <a:xfrm xmlns:a="http://schemas.openxmlformats.org/drawingml/2006/main">
            <a:off x="664845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8" name="">
            <a:extLst xmlns:a="http://schemas.openxmlformats.org/drawingml/2006/main">
              <a:ext uri="{FF2B5EF4-FFF2-40B4-BE49-F238E27FC236}">
                <a16:creationId xmlns:a16="http://schemas.microsoft.com/office/drawing/2014/main" id="{BE29F76A-6CB8-4CCD-9F18-01760440AA84}"/>
              </a:ext>
            </a:extLst>
          </p:cNvPr>
          <p:cNvSpPr>
            <a:spLocks xmlns:a="http://schemas.openxmlformats.org/drawingml/2006/main" noGrp="1"/>
          </p:cNvSpPr>
          <p:nvPr/>
        </p:nvSpPr>
        <p:spPr>
          <a:xfrm xmlns:a="http://schemas.openxmlformats.org/drawingml/2006/main">
            <a:off x="647700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9" name="">
            <a:extLst xmlns:a="http://schemas.openxmlformats.org/drawingml/2006/main">
              <a:ext uri="{FF2B5EF4-FFF2-40B4-BE49-F238E27FC236}">
                <a16:creationId xmlns:a16="http://schemas.microsoft.com/office/drawing/2014/main" id="{B1B37A94-596F-49F8-AB97-86C11F244A94}"/>
              </a:ext>
            </a:extLst>
          </p:cNvPr>
          <p:cNvSpPr>
            <a:spLocks xmlns:a="http://schemas.openxmlformats.org/drawingml/2006/main" noGrp="1"/>
          </p:cNvSpPr>
          <p:nvPr/>
        </p:nvSpPr>
        <p:spPr>
          <a:xfrm xmlns:a="http://schemas.openxmlformats.org/drawingml/2006/main">
            <a:off x="664845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0" name="">
            <a:extLst xmlns:a="http://schemas.openxmlformats.org/drawingml/2006/main">
              <a:ext uri="{FF2B5EF4-FFF2-40B4-BE49-F238E27FC236}">
                <a16:creationId xmlns:a16="http://schemas.microsoft.com/office/drawing/2014/main" id="{F235D933-9AA3-494E-8559-09FC57BB4444}"/>
              </a:ext>
            </a:extLst>
          </p:cNvPr>
          <p:cNvSpPr>
            <a:spLocks xmlns:a="http://schemas.openxmlformats.org/drawingml/2006/main" noGrp="1"/>
          </p:cNvSpPr>
          <p:nvPr/>
        </p:nvSpPr>
        <p:spPr>
          <a:xfrm xmlns:a="http://schemas.openxmlformats.org/drawingml/2006/main">
            <a:off x="664845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1" name="">
            <a:extLst xmlns:a="http://schemas.openxmlformats.org/drawingml/2006/main">
              <a:ext uri="{FF2B5EF4-FFF2-40B4-BE49-F238E27FC236}">
                <a16:creationId xmlns:a16="http://schemas.microsoft.com/office/drawing/2014/main" id="{8E48CB73-B7A3-489C-B7A9-F40FBADE4371}"/>
              </a:ext>
            </a:extLst>
          </p:cNvPr>
          <p:cNvSpPr>
            <a:spLocks xmlns:a="http://schemas.openxmlformats.org/drawingml/2006/main" noGrp="1"/>
          </p:cNvSpPr>
          <p:nvPr/>
        </p:nvSpPr>
        <p:spPr>
          <a:xfrm xmlns:a="http://schemas.openxmlformats.org/drawingml/2006/main">
            <a:off x="647700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2" name="">
            <a:extLst xmlns:a="http://schemas.openxmlformats.org/drawingml/2006/main">
              <a:ext uri="{FF2B5EF4-FFF2-40B4-BE49-F238E27FC236}">
                <a16:creationId xmlns:a16="http://schemas.microsoft.com/office/drawing/2014/main" id="{841E59CD-1076-453C-9E36-19131E283D0A}"/>
              </a:ext>
            </a:extLst>
          </p:cNvPr>
          <p:cNvSpPr>
            <a:spLocks xmlns:a="http://schemas.openxmlformats.org/drawingml/2006/main" noGrp="1"/>
          </p:cNvSpPr>
          <p:nvPr/>
        </p:nvSpPr>
        <p:spPr>
          <a:xfrm xmlns:a="http://schemas.openxmlformats.org/drawingml/2006/main">
            <a:off x="664845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3" name="">
            <a:extLst xmlns:a="http://schemas.openxmlformats.org/drawingml/2006/main">
              <a:ext uri="{FF2B5EF4-FFF2-40B4-BE49-F238E27FC236}">
                <a16:creationId xmlns:a16="http://schemas.microsoft.com/office/drawing/2014/main" id="{01B93AE1-C4C3-46D4-9DD8-21AAB9A7B824}"/>
              </a:ext>
            </a:extLst>
          </p:cNvPr>
          <p:cNvSpPr>
            <a:spLocks xmlns:a="http://schemas.openxmlformats.org/drawingml/2006/main" noGrp="1"/>
          </p:cNvSpPr>
          <p:nvPr/>
        </p:nvSpPr>
        <p:spPr>
          <a:xfrm xmlns:a="http://schemas.openxmlformats.org/drawingml/2006/main">
            <a:off x="664845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4" name="">
            <a:extLst xmlns:a="http://schemas.openxmlformats.org/drawingml/2006/main">
              <a:ext uri="{FF2B5EF4-FFF2-40B4-BE49-F238E27FC236}">
                <a16:creationId xmlns:a16="http://schemas.microsoft.com/office/drawing/2014/main" id="{0E768C04-0060-4414-91C5-D6BF12B6B888}"/>
              </a:ext>
            </a:extLst>
          </p:cNvPr>
          <p:cNvSpPr>
            <a:spLocks xmlns:a="http://schemas.openxmlformats.org/drawingml/2006/main" noGrp="1"/>
          </p:cNvSpPr>
          <p:nvPr/>
        </p:nvSpPr>
        <p:spPr>
          <a:xfrm xmlns:a="http://schemas.openxmlformats.org/drawingml/2006/main">
            <a:off x="647700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C9510C7A-C90B-46D0-AC22-9BB9579CEAD4}"/>
              </a:ext>
            </a:extLst>
          </p:cNvPr>
          <p:cNvSpPr>
            <a:spLocks xmlns:a="http://schemas.openxmlformats.org/drawingml/2006/main" noGrp="1"/>
          </p:cNvSpPr>
          <p:nvPr/>
        </p:nvSpPr>
        <p:spPr>
          <a:xfrm xmlns:a="http://schemas.openxmlformats.org/drawingml/2006/main">
            <a:off x="664845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6" name="">
            <a:extLst xmlns:a="http://schemas.openxmlformats.org/drawingml/2006/main">
              <a:ext uri="{FF2B5EF4-FFF2-40B4-BE49-F238E27FC236}">
                <a16:creationId xmlns:a16="http://schemas.microsoft.com/office/drawing/2014/main" id="{D171B0B2-FE4A-4B9B-B291-6C8C2835B4FB}"/>
              </a:ext>
            </a:extLst>
          </p:cNvPr>
          <p:cNvSpPr>
            <a:spLocks xmlns:a="http://schemas.openxmlformats.org/drawingml/2006/main" noGrp="1"/>
          </p:cNvSpPr>
          <p:nvPr/>
        </p:nvSpPr>
        <p:spPr>
          <a:xfrm xmlns:a="http://schemas.openxmlformats.org/drawingml/2006/main">
            <a:off x="664845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7" name="">
            <a:extLst xmlns:a="http://schemas.openxmlformats.org/drawingml/2006/main">
              <a:ext uri="{FF2B5EF4-FFF2-40B4-BE49-F238E27FC236}">
                <a16:creationId xmlns:a16="http://schemas.microsoft.com/office/drawing/2014/main" id="{76150FC7-6B30-47B3-ACCF-B71333BD4540}"/>
              </a:ext>
            </a:extLst>
          </p:cNvPr>
          <p:cNvSpPr>
            <a:spLocks xmlns:a="http://schemas.openxmlformats.org/drawingml/2006/main" noGrp="1"/>
          </p:cNvSpPr>
          <p:nvPr/>
        </p:nvSpPr>
        <p:spPr>
          <a:xfrm xmlns:a="http://schemas.openxmlformats.org/drawingml/2006/main">
            <a:off x="647700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8" name="">
            <a:extLst xmlns:a="http://schemas.openxmlformats.org/drawingml/2006/main">
              <a:ext uri="{FF2B5EF4-FFF2-40B4-BE49-F238E27FC236}">
                <a16:creationId xmlns:a16="http://schemas.microsoft.com/office/drawing/2014/main" id="{5BA8F1EA-0213-4608-A0DB-49ADC2A502D1}"/>
              </a:ext>
            </a:extLst>
          </p:cNvPr>
          <p:cNvSpPr>
            <a:spLocks xmlns:a="http://schemas.openxmlformats.org/drawingml/2006/main" noGrp="1"/>
          </p:cNvSpPr>
          <p:nvPr/>
        </p:nvSpPr>
        <p:spPr>
          <a:xfrm xmlns:a="http://schemas.openxmlformats.org/drawingml/2006/main">
            <a:off x="664845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39" name="">
            <a:extLst xmlns:a="http://schemas.openxmlformats.org/drawingml/2006/main">
              <a:ext uri="{FF2B5EF4-FFF2-40B4-BE49-F238E27FC236}">
                <a16:creationId xmlns:a16="http://schemas.microsoft.com/office/drawing/2014/main" id="{F05DDFD0-5B30-4D7F-8A81-819112679296}"/>
              </a:ext>
            </a:extLst>
          </p:cNvPr>
          <p:cNvSpPr>
            <a:spLocks xmlns:a="http://schemas.openxmlformats.org/drawingml/2006/main" noGrp="1"/>
          </p:cNvSpPr>
          <p:nvPr/>
        </p:nvSpPr>
        <p:spPr>
          <a:xfrm xmlns:a="http://schemas.openxmlformats.org/drawingml/2006/main">
            <a:off x="664845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0" name="">
            <a:extLst xmlns:a="http://schemas.openxmlformats.org/drawingml/2006/main">
              <a:ext uri="{FF2B5EF4-FFF2-40B4-BE49-F238E27FC236}">
                <a16:creationId xmlns:a16="http://schemas.microsoft.com/office/drawing/2014/main" id="{0FF1A630-9A86-4E59-90B5-94EDE3B12919}"/>
              </a:ext>
            </a:extLst>
          </p:cNvPr>
          <p:cNvSpPr>
            <a:spLocks xmlns:a="http://schemas.openxmlformats.org/drawingml/2006/main" noGrp="1"/>
          </p:cNvSpPr>
          <p:nvPr/>
        </p:nvSpPr>
        <p:spPr>
          <a:xfrm xmlns:a="http://schemas.openxmlformats.org/drawingml/2006/main">
            <a:off x="1809750" y="5429250"/>
            <a:ext cx="8572500" cy="533400"/>
          </a:xfrm>
          <a:prstGeom xmlns:a="http://schemas.openxmlformats.org/drawingml/2006/main" prst="roundRect">
            <a:avLst>
              <a:gd name="adj" fmla="val 14286"/>
            </a:avLst>
          </a:prstGeom>
          <a:solidFill xmlns:a="http://schemas.openxmlformats.org/drawingml/2006/main">
            <a:srgbClr val="FFF4E6"/>
          </a:solidFill>
          <a:ln xmlns:a="http://schemas.openxmlformats.org/drawingml/2006/main" w="9525">
            <a:solidFill>
              <a:srgbClr val="FED7AA"/>
            </a:solidFill>
            <a:prstDash val="solid"/>
          </a:ln>
        </p:spPr>
      </p:sp>
      <p:sp>
        <p:nvSpPr>
          <p:cNvPr id="41" name="">
            <a:extLst xmlns:a="http://schemas.openxmlformats.org/drawingml/2006/main">
              <a:ext uri="{FF2B5EF4-FFF2-40B4-BE49-F238E27FC236}">
                <a16:creationId xmlns:a16="http://schemas.microsoft.com/office/drawing/2014/main" id="{FF4994E8-FD12-491B-907E-B9125AA7B496}"/>
              </a:ext>
            </a:extLst>
          </p:cNvPr>
          <p:cNvSpPr>
            <a:spLocks xmlns:a="http://schemas.openxmlformats.org/drawingml/2006/main" noGrp="1"/>
          </p:cNvSpPr>
          <p:nvPr/>
        </p:nvSpPr>
        <p:spPr>
          <a:xfrm xmlns:a="http://schemas.openxmlformats.org/drawingml/2006/main">
            <a:off x="1981200" y="5600700"/>
            <a:ext cx="822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2" name="">
            <a:extLst xmlns:a="http://schemas.openxmlformats.org/drawingml/2006/main">
              <a:ext uri="{FF2B5EF4-FFF2-40B4-BE49-F238E27FC236}">
                <a16:creationId xmlns:a16="http://schemas.microsoft.com/office/drawing/2014/main" id="{BD164AED-AC7E-4673-A97A-2E5D2F580DD0}"/>
              </a:ext>
            </a:extLst>
          </p:cNvPr>
          <p:cNvSpPr>
            <a:spLocks xmlns:a="http://schemas.openxmlformats.org/drawingml/2006/main" noGrp="1"/>
          </p:cNvSpPr>
          <p:nvPr/>
        </p:nvSpPr>
        <p:spPr>
          <a:xfrm xmlns:a="http://schemas.openxmlformats.org/drawingml/2006/main">
            <a:off x="1981200" y="5886450"/>
            <a:ext cx="822960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xmlns:p14="http://schemas.microsoft.com/office/powerpoint/2010/main"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2026-05-27T20:35:57.6400000Z</dcterms:created>
  <dcterms:modified xsi:type="dcterms:W3CDTF">2026-05-27T20:35:57.6400000Z</dcterms:modified>
</coreProperties>
</file>