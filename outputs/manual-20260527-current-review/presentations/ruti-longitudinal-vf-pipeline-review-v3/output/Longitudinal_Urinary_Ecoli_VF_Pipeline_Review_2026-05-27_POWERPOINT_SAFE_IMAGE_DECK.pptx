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mir/Desktop/rUTIs/outputs/manual-20260527-current-review/presentations/ruti-longitudinal-vf-pipeline-review-v3/preview/final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rUTI VF analysis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Longitudinal urinary E. coli VF pipeline review</dc:title>
  <dc:subject>PowerPoint-safe image deck rebuilt from verified slide renders</dc:subject>
  <dc:creator>Aamir / Codex</dc:creator>
  <cp:lastModifiedBy>Aamir / Codex</cp:lastModifiedBy>
  <cp:revision>1</cp:revision>
  <dcterms:created xsi:type="dcterms:W3CDTF">2026-05-27T21:07:09Z</dcterms:created>
  <dcterms:modified xsi:type="dcterms:W3CDTF">2026-05-27T21:07:09Z</dcterms:modified>
</cp:coreProperties>
</file>