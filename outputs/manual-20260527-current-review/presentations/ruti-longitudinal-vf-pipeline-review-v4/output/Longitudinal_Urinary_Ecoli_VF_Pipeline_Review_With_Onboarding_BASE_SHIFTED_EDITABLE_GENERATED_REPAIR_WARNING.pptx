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2c77c464542c6" /><Relationship Type="http://schemas.openxmlformats.org/officeDocument/2006/relationships/extended-properties" Target="/docProps/app.xml" Id="R03409f96ec304ab6" /><Relationship Type="http://schemas.openxmlformats.org/officeDocument/2006/relationships/officeDocument" Target="/ppt/presentation.xml" Id="R8c401b5f75844369" /></Relationships>
</file>

<file path=ppt/presentation.xml><?xml version="1.0" encoding="utf-8"?>
<p:presentation xmlns:p="http://schemas.openxmlformats.org/presentationml/2006/main">
  <p:sldMasterIdLst>
    <p:sldMasterId xmlns:r="http://schemas.openxmlformats.org/officeDocument/2006/relationships" id="2147483648" r:id="R735f2d8ec48d4a04"/>
  </p:sldMasterIdLst>
  <p:notesMasterIdLst>
    <p:notesMasterId xmlns:r="http://schemas.openxmlformats.org/officeDocument/2006/relationships" r:id="Ra84f64414a384994"/>
  </p:notesMasterIdLst>
  <p:sldIdLst>
    <p:sldId xmlns:r="http://schemas.openxmlformats.org/officeDocument/2006/relationships" id="256" r:id="R703cbbbc4a784341"/>
    <p:sldId xmlns:r="http://schemas.openxmlformats.org/officeDocument/2006/relationships" id="257" r:id="Rfc6c3c06542c4922"/>
    <p:sldId xmlns:r="http://schemas.openxmlformats.org/officeDocument/2006/relationships" id="258" r:id="R1b9191e6a4524426"/>
    <p:sldId xmlns:r="http://schemas.openxmlformats.org/officeDocument/2006/relationships" id="259" r:id="R01cb24e11a394395"/>
    <p:sldId xmlns:r="http://schemas.openxmlformats.org/officeDocument/2006/relationships" id="260" r:id="R47b74fafa222476d"/>
    <p:sldId xmlns:r="http://schemas.openxmlformats.org/officeDocument/2006/relationships" id="261" r:id="R03cdfbccaa02454b"/>
    <p:sldId xmlns:r="http://schemas.openxmlformats.org/officeDocument/2006/relationships" id="262" r:id="R0cf143d0fa184c0c"/>
    <p:sldId xmlns:r="http://schemas.openxmlformats.org/officeDocument/2006/relationships" id="263" r:id="R3920f7fecc374a22"/>
    <p:sldId xmlns:r="http://schemas.openxmlformats.org/officeDocument/2006/relationships" id="264" r:id="Ra140a175668d4072"/>
    <p:sldId xmlns:r="http://schemas.openxmlformats.org/officeDocument/2006/relationships" id="265" r:id="Rb97d156378fa4302"/>
    <p:sldId xmlns:r="http://schemas.openxmlformats.org/officeDocument/2006/relationships" id="266" r:id="Re32369578e4943fc"/>
    <p:sldId xmlns:r="http://schemas.openxmlformats.org/officeDocument/2006/relationships" id="267" r:id="Rbd292275caac40b7"/>
    <p:sldId xmlns:r="http://schemas.openxmlformats.org/officeDocument/2006/relationships" id="268" r:id="R54634491ae2a4e8a"/>
    <p:sldId xmlns:r="http://schemas.openxmlformats.org/officeDocument/2006/relationships" id="269" r:id="Rfa5b5fa029f94012"/>
    <p:sldId xmlns:r="http://schemas.openxmlformats.org/officeDocument/2006/relationships" id="270" r:id="Reca5b926d03d4704"/>
    <p:sldId xmlns:r="http://schemas.openxmlformats.org/officeDocument/2006/relationships" id="271" r:id="R6f7eb59d41874917"/>
    <p:sldId xmlns:r="http://schemas.openxmlformats.org/officeDocument/2006/relationships" id="272" r:id="Reebce534abc5474b"/>
    <p:sldId xmlns:r="http://schemas.openxmlformats.org/officeDocument/2006/relationships" id="273" r:id="R82f923ec9dc14e85"/>
    <p:sldId xmlns:r="http://schemas.openxmlformats.org/officeDocument/2006/relationships" id="274" r:id="Rd7946dec91db4c49"/>
    <p:sldId xmlns:r="http://schemas.openxmlformats.org/officeDocument/2006/relationships" id="275" r:id="R1ed7999369e340e8"/>
    <p:sldId xmlns:r="http://schemas.openxmlformats.org/officeDocument/2006/relationships" id="276" r:id="Rc422c667995f406a"/>
    <p:sldId xmlns:r="http://schemas.openxmlformats.org/officeDocument/2006/relationships" id="277" r:id="R8ef7cb10603a471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35f2d8ec48d4a04" /><Relationship Type="http://schemas.openxmlformats.org/officeDocument/2006/relationships/theme" Target="/ppt/theme/theme1.xml" Id="R44e3a3e333c84378" /><Relationship Type="http://schemas.openxmlformats.org/officeDocument/2006/relationships/notesMaster" Target="/ppt/notesMasters/notesMaster1.xml" Id="Ra84f64414a384994" /><Relationship Type="http://schemas.openxmlformats.org/officeDocument/2006/relationships/presProps" Target="/ppt/presProps.xml" Id="R01524a263f474f3e" /><Relationship Type="http://schemas.openxmlformats.org/officeDocument/2006/relationships/viewProps" Target="/ppt/viewProps.xml" Id="R3918fb50da634efe" /><Relationship Type="http://schemas.openxmlformats.org/officeDocument/2006/relationships/tableStyles" Target="/ppt/tableStyles.xml" Id="Rd43d69ddb9f543ae" /><Relationship Type="http://schemas.openxmlformats.org/officeDocument/2006/relationships/slide" Target="/ppt/slides/slide1.xml" Id="R703cbbbc4a784341" /><Relationship Type="http://schemas.openxmlformats.org/officeDocument/2006/relationships/slide" Target="/ppt/slides/slide2.xml" Id="Rfc6c3c06542c4922" /><Relationship Type="http://schemas.openxmlformats.org/officeDocument/2006/relationships/slide" Target="/ppt/slides/slide3.xml" Id="R1b9191e6a4524426" /><Relationship Type="http://schemas.openxmlformats.org/officeDocument/2006/relationships/slide" Target="/ppt/slides/slide4.xml" Id="R01cb24e11a394395" /><Relationship Type="http://schemas.openxmlformats.org/officeDocument/2006/relationships/slide" Target="/ppt/slides/slide5.xml" Id="R47b74fafa222476d" /><Relationship Type="http://schemas.openxmlformats.org/officeDocument/2006/relationships/slide" Target="/ppt/slides/slide6.xml" Id="R03cdfbccaa02454b" /><Relationship Type="http://schemas.openxmlformats.org/officeDocument/2006/relationships/slide" Target="/ppt/slides/slide7.xml" Id="R0cf143d0fa184c0c" /><Relationship Type="http://schemas.openxmlformats.org/officeDocument/2006/relationships/slide" Target="/ppt/slides/slide8.xml" Id="R3920f7fecc374a22" /><Relationship Type="http://schemas.openxmlformats.org/officeDocument/2006/relationships/slide" Target="/ppt/slides/slide9.xml" Id="Ra140a175668d4072" /><Relationship Type="http://schemas.openxmlformats.org/officeDocument/2006/relationships/slide" Target="/ppt/slides/slide10.xml" Id="Rb97d156378fa4302" /><Relationship Type="http://schemas.openxmlformats.org/officeDocument/2006/relationships/slide" Target="/ppt/slides/slide11.xml" Id="Re32369578e4943fc" /><Relationship Type="http://schemas.openxmlformats.org/officeDocument/2006/relationships/slide" Target="/ppt/slides/slide12.xml" Id="Rbd292275caac40b7" /><Relationship Type="http://schemas.openxmlformats.org/officeDocument/2006/relationships/slide" Target="/ppt/slides/slide13.xml" Id="R54634491ae2a4e8a" /><Relationship Type="http://schemas.openxmlformats.org/officeDocument/2006/relationships/slide" Target="/ppt/slides/slide14.xml" Id="Rfa5b5fa029f94012" /><Relationship Type="http://schemas.openxmlformats.org/officeDocument/2006/relationships/slide" Target="/ppt/slides/slide15.xml" Id="Reca5b926d03d4704" /><Relationship Type="http://schemas.openxmlformats.org/officeDocument/2006/relationships/slide" Target="/ppt/slides/slide16.xml" Id="R6f7eb59d41874917" /><Relationship Type="http://schemas.openxmlformats.org/officeDocument/2006/relationships/slide" Target="/ppt/slides/slide17.xml" Id="Reebce534abc5474b" /><Relationship Type="http://schemas.openxmlformats.org/officeDocument/2006/relationships/slide" Target="/ppt/slides/slide18.xml" Id="R82f923ec9dc14e85" /><Relationship Type="http://schemas.openxmlformats.org/officeDocument/2006/relationships/slide" Target="/ppt/slides/slide19.xml" Id="Rd7946dec91db4c49" /><Relationship Type="http://schemas.openxmlformats.org/officeDocument/2006/relationships/slide" Target="/ppt/slides/slide20.xml" Id="R1ed7999369e340e8" /><Relationship Type="http://schemas.openxmlformats.org/officeDocument/2006/relationships/slide" Target="/ppt/slides/slide21.xml" Id="Rc422c667995f406a" /><Relationship Type="http://schemas.openxmlformats.org/officeDocument/2006/relationships/slide" Target="/ppt/slides/slide22.xml" Id="R8ef7cb10603a47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5a1d788768148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8c9ad30fe04114" /><Relationship Type="http://schemas.openxmlformats.org/officeDocument/2006/relationships/notesMaster" Target="/ppt/notesMasters/notesMaster1.xml" Id="R7fad3b4f248c4d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f6d83b1cc14e63" /><Relationship Type="http://schemas.openxmlformats.org/officeDocument/2006/relationships/notesMaster" Target="/ppt/notesMasters/notesMaster1.xml" Id="Rbf7a25459eb846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adb5baf1784302" /><Relationship Type="http://schemas.openxmlformats.org/officeDocument/2006/relationships/notesMaster" Target="/ppt/notesMasters/notesMaster1.xml" Id="R3cdda7d300d449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2b4a9a2f6846a8" /><Relationship Type="http://schemas.openxmlformats.org/officeDocument/2006/relationships/notesMaster" Target="/ppt/notesMasters/notesMaster1.xml" Id="Rf14fa1ce15864e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9962145cad48c4" /><Relationship Type="http://schemas.openxmlformats.org/officeDocument/2006/relationships/notesMaster" Target="/ppt/notesMasters/notesMaster1.xml" Id="Rd265ee7bc19c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a93e978830445b" /><Relationship Type="http://schemas.openxmlformats.org/officeDocument/2006/relationships/notesMaster" Target="/ppt/notesMasters/notesMaster1.xml" Id="Rcc4b1b939f1849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0d1b39242f4197" /><Relationship Type="http://schemas.openxmlformats.org/officeDocument/2006/relationships/notesMaster" Target="/ppt/notesMasters/notesMaster1.xml" Id="Rdd69e0781e5d40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bf28f1f48d408e" /><Relationship Type="http://schemas.openxmlformats.org/officeDocument/2006/relationships/notesMaster" Target="/ppt/notesMasters/notesMaster1.xml" Id="Ra6a494fd995c46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345e33222d4120" /><Relationship Type="http://schemas.openxmlformats.org/officeDocument/2006/relationships/notesMaster" Target="/ppt/notesMasters/notesMaster1.xml" Id="R3e9c289da15d4b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ce9397da58423c" /><Relationship Type="http://schemas.openxmlformats.org/officeDocument/2006/relationships/notesMaster" Target="/ppt/notesMasters/notesMaster1.xml" Id="Rc4fe189bc33143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1e67a1ab904c2d" /><Relationship Type="http://schemas.openxmlformats.org/officeDocument/2006/relationships/notesMaster" Target="/ppt/notesMasters/notesMaster1.xml" Id="R523331a25e3940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0d585412bf4186" /><Relationship Type="http://schemas.openxmlformats.org/officeDocument/2006/relationships/notesMaster" Target="/ppt/notesMasters/notesMaster1.xml" Id="R85a2eef28fab48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371cdaadcf489b" /><Relationship Type="http://schemas.openxmlformats.org/officeDocument/2006/relationships/notesMaster" Target="/ppt/notesMasters/notesMaster1.xml" Id="R2cb1addf22354b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c37b81aed5474d" /><Relationship Type="http://schemas.openxmlformats.org/officeDocument/2006/relationships/notesMaster" Target="/ppt/notesMasters/notesMaster1.xml" Id="R13aeeb31e9a14c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99eecdf4014ee0" /><Relationship Type="http://schemas.openxmlformats.org/officeDocument/2006/relationships/notesMaster" Target="/ppt/notesMasters/notesMaster1.xml" Id="Rc0a655fd0a3043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2c7cad0cc14d27" /><Relationship Type="http://schemas.openxmlformats.org/officeDocument/2006/relationships/notesMaster" Target="/ppt/notesMasters/notesMaster1.xml" Id="Rd0a36e0d7fc043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4bd01ef1d0b485c" /><Relationship Type="http://schemas.openxmlformats.org/officeDocument/2006/relationships/notesMaster" Target="/ppt/notesMasters/notesMaster1.xml" Id="R194fb5189c5a40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2601abaf54492a" /><Relationship Type="http://schemas.openxmlformats.org/officeDocument/2006/relationships/notesMaster" Target="/ppt/notesMasters/notesMaster1.xml" Id="Rf77745b211a441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3cea3cadf24a96" /><Relationship Type="http://schemas.openxmlformats.org/officeDocument/2006/relationships/notesMaster" Target="/ppt/notesMasters/notesMaster1.xml" Id="Rb143897b93014fa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db93ed732cd49e3" /><Relationship Type="http://schemas.openxmlformats.org/officeDocument/2006/relationships/notesMaster" Target="/ppt/notesMasters/notesMaster1.xml" Id="R3f26bf24ff9944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f4afeb02d64729" /><Relationship Type="http://schemas.openxmlformats.org/officeDocument/2006/relationships/notesMaster" Target="/ppt/notesMasters/notesMaster1.xml" Id="R7627faa7121f4f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6a564d397c4b0f" /><Relationship Type="http://schemas.openxmlformats.org/officeDocument/2006/relationships/notesMaster" Target="/ppt/notesMasters/notesMaster1.xml" Id="R3173ede8a9c840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c404f92d4d48e4"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6373686d4704f2f" /><Relationship Type="http://schemas.openxmlformats.org/officeDocument/2006/relationships/slideLayout" Target="/ppt/slideLayouts/slideLayout2.xml" Id="Rfb190591707645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190591707645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d2e2b54bb6344d8d" /><Relationship Type="http://schemas.openxmlformats.org/officeDocument/2006/relationships/notesSlide" Target="/ppt/notesSlides/notesSlide1.xml" Id="Rf5b120156e1149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2d7ebc0b74f46ae" /><Relationship Type="http://schemas.openxmlformats.org/officeDocument/2006/relationships/notesSlide" Target="/ppt/notesSlides/notesSlide2.xml" Id="Ra58ca2ad18fd43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cf1565a12e04c1d" /><Relationship Type="http://schemas.openxmlformats.org/officeDocument/2006/relationships/notesSlide" Target="/ppt/notesSlides/notesSlide3.xml" Id="R66642f7507bd43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640bd47ea394ecf" /><Relationship Type="http://schemas.openxmlformats.org/officeDocument/2006/relationships/notesSlide" Target="/ppt/notesSlides/notesSlide4.xml" Id="Re20203a45e0142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9f42e086d154eed" /><Relationship Type="http://schemas.openxmlformats.org/officeDocument/2006/relationships/notesSlide" Target="/ppt/notesSlides/notesSlide5.xml" Id="Rb71e6adf1a2e40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5f18c99b8294385" /><Relationship Type="http://schemas.openxmlformats.org/officeDocument/2006/relationships/image" Target="/ppt/media/image.png" Id="R36a082cecd37495c" /><Relationship Type="http://schemas.openxmlformats.org/officeDocument/2006/relationships/notesSlide" Target="/ppt/notesSlides/notesSlide6.xml" Id="R0dcb361f77ff4a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1ea1b2440dd4838" /><Relationship Type="http://schemas.openxmlformats.org/officeDocument/2006/relationships/image" Target="/ppt/media/image2.png" Id="R68dc2c4cf9e54930" /><Relationship Type="http://schemas.openxmlformats.org/officeDocument/2006/relationships/notesSlide" Target="/ppt/notesSlides/notesSlide7.xml" Id="Ra1e99cfc5a8240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ab8d49e55984dce" /><Relationship Type="http://schemas.openxmlformats.org/officeDocument/2006/relationships/image" Target="/ppt/media/image3.png" Id="R37a7d91372fb43a0" /><Relationship Type="http://schemas.openxmlformats.org/officeDocument/2006/relationships/notesSlide" Target="/ppt/notesSlides/notesSlide8.xml" Id="R83505c250c0141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da4aa3abe6b481e" /><Relationship Type="http://schemas.openxmlformats.org/officeDocument/2006/relationships/image" Target="/ppt/media/image4.png" Id="Rcff172013edc4804" /><Relationship Type="http://schemas.openxmlformats.org/officeDocument/2006/relationships/notesSlide" Target="/ppt/notesSlides/notesSlide9.xml" Id="R9389533eca704ef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3b2f0302b5145e9" /><Relationship Type="http://schemas.openxmlformats.org/officeDocument/2006/relationships/image" Target="/ppt/media/image5.png" Id="R3757461909b24d34" /><Relationship Type="http://schemas.openxmlformats.org/officeDocument/2006/relationships/notesSlide" Target="/ppt/notesSlides/notesSlide10.xml" Id="R545c0b2f254a41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a38a68c3e3b44a9" /><Relationship Type="http://schemas.openxmlformats.org/officeDocument/2006/relationships/image" Target="/ppt/media/image6.png" Id="R60dd35fdc8ef454d" /><Relationship Type="http://schemas.openxmlformats.org/officeDocument/2006/relationships/notesSlide" Target="/ppt/notesSlides/notesSlide11.xml" Id="Rbd0ea1ac7a8f49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7a220a531604af5" /><Relationship Type="http://schemas.openxmlformats.org/officeDocument/2006/relationships/notesSlide" Target="/ppt/notesSlides/notesSlide12.xml" Id="R5b541f661f3043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4e72f0844414955" /><Relationship Type="http://schemas.openxmlformats.org/officeDocument/2006/relationships/notesSlide" Target="/ppt/notesSlides/notesSlide13.xml" Id="Re1214f3aac564d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b47ed80fe91437d" /><Relationship Type="http://schemas.openxmlformats.org/officeDocument/2006/relationships/notesSlide" Target="/ppt/notesSlides/notesSlide14.xml" Id="R5c3933e0224949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bf85ed9e8d540e2" /><Relationship Type="http://schemas.openxmlformats.org/officeDocument/2006/relationships/image" Target="/ppt/media/image7.png" Id="R3808f7cb95384462" /><Relationship Type="http://schemas.openxmlformats.org/officeDocument/2006/relationships/notesSlide" Target="/ppt/notesSlides/notesSlide15.xml" Id="R1f231a87800847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5f16410b6874dc9" /><Relationship Type="http://schemas.openxmlformats.org/officeDocument/2006/relationships/image" Target="/ppt/media/image8.png" Id="R2c2a72daff99482c" /><Relationship Type="http://schemas.openxmlformats.org/officeDocument/2006/relationships/notesSlide" Target="/ppt/notesSlides/notesSlide16.xml" Id="R20c3189ac6b447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323e3969aeac4ed2" /><Relationship Type="http://schemas.openxmlformats.org/officeDocument/2006/relationships/image" Target="/ppt/media/image9.png" Id="R3858e53b9f364762" /><Relationship Type="http://schemas.openxmlformats.org/officeDocument/2006/relationships/notesSlide" Target="/ppt/notesSlides/notesSlide17.xml" Id="R79303cf03d9e49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d07f47b6ab346ba" /><Relationship Type="http://schemas.openxmlformats.org/officeDocument/2006/relationships/image" Target="/ppt/media/image10.png" Id="Rc0bef62ed5da4d5e" /><Relationship Type="http://schemas.openxmlformats.org/officeDocument/2006/relationships/notesSlide" Target="/ppt/notesSlides/notesSlide18.xml" Id="R7753bbed04894a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94ddc376a544fdc" /><Relationship Type="http://schemas.openxmlformats.org/officeDocument/2006/relationships/image" Target="/ppt/media/image11.png" Id="Rd3e0b39b89a746ea" /><Relationship Type="http://schemas.openxmlformats.org/officeDocument/2006/relationships/notesSlide" Target="/ppt/notesSlides/notesSlide19.xml" Id="Rac97a9324ce14d6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5c14ce6f6e54965" /><Relationship Type="http://schemas.openxmlformats.org/officeDocument/2006/relationships/image" Target="/ppt/media/image12.png" Id="Rf2ead80960794167" /><Relationship Type="http://schemas.openxmlformats.org/officeDocument/2006/relationships/notesSlide" Target="/ppt/notesSlides/notesSlide20.xml" Id="R68e3f6cb165544e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ea2620de7b94824" /><Relationship Type="http://schemas.openxmlformats.org/officeDocument/2006/relationships/image" Target="/ppt/media/image13.png" Id="R5a07f914a1e14ec0" /><Relationship Type="http://schemas.openxmlformats.org/officeDocument/2006/relationships/notesSlide" Target="/ppt/notesSlides/notesSlide21.xml" Id="R94a4524d4f524b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59b451d7c4d4dc7" /><Relationship Type="http://schemas.openxmlformats.org/officeDocument/2006/relationships/notesSlide" Target="/ppt/notesSlides/notesSlide22.xml" Id="R472ad07ced7e4c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96F602-6FB4-4788-8807-3A33851D73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F1673C8-66B7-4BF9-829F-4F52BA2CCA3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025E935-9693-4E1D-8047-AA2C6E02BB1A}"/>
              </a:ext>
            </a:extLst>
          </p:cNvPr>
          <p:cNvSpPr>
            <a:spLocks xmlns:a="http://schemas.openxmlformats.org/drawingml/2006/main" noGrp="1"/>
          </p:cNvSpPr>
          <p:nvPr/>
        </p:nvSpPr>
        <p:spPr>
          <a:xfrm xmlns:a="http://schemas.openxmlformats.org/drawingml/2006/main">
            <a:off x="590550" y="552450"/>
            <a:ext cx="1000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4" name="">
            <a:extLst xmlns:a="http://schemas.openxmlformats.org/drawingml/2006/main">
              <a:ext uri="{FF2B5EF4-FFF2-40B4-BE49-F238E27FC236}">
                <a16:creationId xmlns:a16="http://schemas.microsoft.com/office/drawing/2014/main" id="{829B783C-C063-47EB-988B-48EF51E847C5}"/>
              </a:ext>
            </a:extLst>
          </p:cNvPr>
          <p:cNvSpPr>
            <a:spLocks xmlns:a="http://schemas.openxmlformats.org/drawingml/2006/main" noGrp="1"/>
          </p:cNvSpPr>
          <p:nvPr/>
        </p:nvSpPr>
        <p:spPr>
          <a:xfrm xmlns:a="http://schemas.openxmlformats.org/drawingml/2006/main">
            <a:off x="590550" y="914400"/>
            <a:ext cx="10001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5" name="">
            <a:extLst xmlns:a="http://schemas.openxmlformats.org/drawingml/2006/main">
              <a:ext uri="{FF2B5EF4-FFF2-40B4-BE49-F238E27FC236}">
                <a16:creationId xmlns:a16="http://schemas.microsoft.com/office/drawing/2014/main" id="{24F98694-5AE3-4528-8CAC-533012A97D29}"/>
              </a:ext>
            </a:extLst>
          </p:cNvPr>
          <p:cNvSpPr>
            <a:spLocks xmlns:a="http://schemas.openxmlformats.org/drawingml/2006/main" noGrp="1"/>
          </p:cNvSpPr>
          <p:nvPr/>
        </p:nvSpPr>
        <p:spPr>
          <a:xfrm xmlns:a="http://schemas.openxmlformats.org/drawingml/2006/main">
            <a:off x="609600" y="18097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6" name="">
            <a:extLst xmlns:a="http://schemas.openxmlformats.org/drawingml/2006/main">
              <a:ext uri="{FF2B5EF4-FFF2-40B4-BE49-F238E27FC236}">
                <a16:creationId xmlns:a16="http://schemas.microsoft.com/office/drawing/2014/main" id="{9E9E294D-8F14-434F-ADAE-E237B760FA2E}"/>
              </a:ext>
            </a:extLst>
          </p:cNvPr>
          <p:cNvSpPr>
            <a:spLocks xmlns:a="http://schemas.openxmlformats.org/drawingml/2006/main" noGrp="1"/>
          </p:cNvSpPr>
          <p:nvPr/>
        </p:nvSpPr>
        <p:spPr>
          <a:xfrm xmlns:a="http://schemas.openxmlformats.org/drawingml/2006/main">
            <a:off x="609600" y="2724150"/>
            <a:ext cx="3238500" cy="1352550"/>
          </a:xfrm>
          <a:prstGeom xmlns:a="http://schemas.openxmlformats.org/drawingml/2006/main" prst="roundRect">
            <a:avLst>
              <a:gd name="adj" fmla="val 5634"/>
            </a:avLst>
          </a:prstGeom>
          <a:solidFill xmlns:a="http://schemas.openxmlformats.org/drawingml/2006/main">
            <a:srgbClr val="E8F1FA"/>
          </a:solidFill>
          <a:ln xmlns:a="http://schemas.openxmlformats.org/drawingml/2006/main" w="9525">
            <a:solidFill>
              <a:srgbClr val="B9D5F0"/>
            </a:solidFill>
            <a:prstDash val="solid"/>
          </a:ln>
        </p:spPr>
      </p:sp>
      <p:sp>
        <p:nvSpPr>
          <p:cNvPr id="7" name="">
            <a:extLst xmlns:a="http://schemas.openxmlformats.org/drawingml/2006/main">
              <a:ext uri="{FF2B5EF4-FFF2-40B4-BE49-F238E27FC236}">
                <a16:creationId xmlns:a16="http://schemas.microsoft.com/office/drawing/2014/main" id="{4ED91FE1-C039-42EF-BC40-2C076E1ECBC0}"/>
              </a:ext>
            </a:extLst>
          </p:cNvPr>
          <p:cNvSpPr>
            <a:spLocks xmlns:a="http://schemas.openxmlformats.org/drawingml/2006/main" noGrp="1"/>
          </p:cNvSpPr>
          <p:nvPr/>
        </p:nvSpPr>
        <p:spPr>
          <a:xfrm xmlns:a="http://schemas.openxmlformats.org/drawingml/2006/main">
            <a:off x="7810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8" name="">
            <a:extLst xmlns:a="http://schemas.openxmlformats.org/drawingml/2006/main">
              <a:ext uri="{FF2B5EF4-FFF2-40B4-BE49-F238E27FC236}">
                <a16:creationId xmlns:a16="http://schemas.microsoft.com/office/drawing/2014/main" id="{26EAF98D-1988-4430-87F5-3556B892326D}"/>
              </a:ext>
            </a:extLst>
          </p:cNvPr>
          <p:cNvSpPr>
            <a:spLocks xmlns:a="http://schemas.openxmlformats.org/drawingml/2006/main" noGrp="1"/>
          </p:cNvSpPr>
          <p:nvPr/>
        </p:nvSpPr>
        <p:spPr>
          <a:xfrm xmlns:a="http://schemas.openxmlformats.org/drawingml/2006/main">
            <a:off x="7810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9" name="">
            <a:extLst xmlns:a="http://schemas.openxmlformats.org/drawingml/2006/main">
              <a:ext uri="{FF2B5EF4-FFF2-40B4-BE49-F238E27FC236}">
                <a16:creationId xmlns:a16="http://schemas.microsoft.com/office/drawing/2014/main" id="{5391C255-C496-4471-8E75-C4EC959FE70C}"/>
              </a:ext>
            </a:extLst>
          </p:cNvPr>
          <p:cNvSpPr>
            <a:spLocks xmlns:a="http://schemas.openxmlformats.org/drawingml/2006/main" noGrp="1"/>
          </p:cNvSpPr>
          <p:nvPr/>
        </p:nvSpPr>
        <p:spPr>
          <a:xfrm xmlns:a="http://schemas.openxmlformats.org/drawingml/2006/main">
            <a:off x="7810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0" name="">
            <a:extLst xmlns:a="http://schemas.openxmlformats.org/drawingml/2006/main">
              <a:ext uri="{FF2B5EF4-FFF2-40B4-BE49-F238E27FC236}">
                <a16:creationId xmlns:a16="http://schemas.microsoft.com/office/drawing/2014/main" id="{B4E9AD27-28FC-4252-8432-8796AFEB0003}"/>
              </a:ext>
            </a:extLst>
          </p:cNvPr>
          <p:cNvSpPr>
            <a:spLocks xmlns:a="http://schemas.openxmlformats.org/drawingml/2006/main" noGrp="1"/>
          </p:cNvSpPr>
          <p:nvPr/>
        </p:nvSpPr>
        <p:spPr>
          <a:xfrm xmlns:a="http://schemas.openxmlformats.org/drawingml/2006/main">
            <a:off x="4400550" y="2724150"/>
            <a:ext cx="3238500" cy="1352550"/>
          </a:xfrm>
          <a:prstGeom xmlns:a="http://schemas.openxmlformats.org/drawingml/2006/main" prst="roundRect">
            <a:avLst>
              <a:gd name="adj" fmla="val 5634"/>
            </a:avLst>
          </a:prstGeom>
          <a:solidFill xmlns:a="http://schemas.openxmlformats.org/drawingml/2006/main">
            <a:srgbClr val="EAF7EF"/>
          </a:solidFill>
          <a:ln xmlns:a="http://schemas.openxmlformats.org/drawingml/2006/main" w="9525">
            <a:solidFill>
              <a:srgbClr val="BCE4C9"/>
            </a:solidFill>
            <a:prstDash val="solid"/>
          </a:ln>
        </p:spPr>
      </p:sp>
      <p:sp>
        <p:nvSpPr>
          <p:cNvPr id="11" name="">
            <a:extLst xmlns:a="http://schemas.openxmlformats.org/drawingml/2006/main">
              <a:ext uri="{FF2B5EF4-FFF2-40B4-BE49-F238E27FC236}">
                <a16:creationId xmlns:a16="http://schemas.microsoft.com/office/drawing/2014/main" id="{95BAA94E-3B18-4770-82BF-40C0CF88CAEE}"/>
              </a:ext>
            </a:extLst>
          </p:cNvPr>
          <p:cNvSpPr>
            <a:spLocks xmlns:a="http://schemas.openxmlformats.org/drawingml/2006/main" noGrp="1"/>
          </p:cNvSpPr>
          <p:nvPr/>
        </p:nvSpPr>
        <p:spPr>
          <a:xfrm xmlns:a="http://schemas.openxmlformats.org/drawingml/2006/main">
            <a:off x="457200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2" name="">
            <a:extLst xmlns:a="http://schemas.openxmlformats.org/drawingml/2006/main">
              <a:ext uri="{FF2B5EF4-FFF2-40B4-BE49-F238E27FC236}">
                <a16:creationId xmlns:a16="http://schemas.microsoft.com/office/drawing/2014/main" id="{E41FF02D-66DD-447B-AA7D-7741BD2418EB}"/>
              </a:ext>
            </a:extLst>
          </p:cNvPr>
          <p:cNvSpPr>
            <a:spLocks xmlns:a="http://schemas.openxmlformats.org/drawingml/2006/main" noGrp="1"/>
          </p:cNvSpPr>
          <p:nvPr/>
        </p:nvSpPr>
        <p:spPr>
          <a:xfrm xmlns:a="http://schemas.openxmlformats.org/drawingml/2006/main">
            <a:off x="457200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3" name="">
            <a:extLst xmlns:a="http://schemas.openxmlformats.org/drawingml/2006/main">
              <a:ext uri="{FF2B5EF4-FFF2-40B4-BE49-F238E27FC236}">
                <a16:creationId xmlns:a16="http://schemas.microsoft.com/office/drawing/2014/main" id="{8B7B9943-67EB-43E7-84E1-33C2A2296254}"/>
              </a:ext>
            </a:extLst>
          </p:cNvPr>
          <p:cNvSpPr>
            <a:spLocks xmlns:a="http://schemas.openxmlformats.org/drawingml/2006/main" noGrp="1"/>
          </p:cNvSpPr>
          <p:nvPr/>
        </p:nvSpPr>
        <p:spPr>
          <a:xfrm xmlns:a="http://schemas.openxmlformats.org/drawingml/2006/main">
            <a:off x="457200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4" name="">
            <a:extLst xmlns:a="http://schemas.openxmlformats.org/drawingml/2006/main">
              <a:ext uri="{FF2B5EF4-FFF2-40B4-BE49-F238E27FC236}">
                <a16:creationId xmlns:a16="http://schemas.microsoft.com/office/drawing/2014/main" id="{6D795BA6-7812-420C-8ADF-84AD1475400A}"/>
              </a:ext>
            </a:extLst>
          </p:cNvPr>
          <p:cNvSpPr>
            <a:spLocks xmlns:a="http://schemas.openxmlformats.org/drawingml/2006/main" noGrp="1"/>
          </p:cNvSpPr>
          <p:nvPr/>
        </p:nvSpPr>
        <p:spPr>
          <a:xfrm xmlns:a="http://schemas.openxmlformats.org/drawingml/2006/main">
            <a:off x="8191500" y="2724150"/>
            <a:ext cx="3238500" cy="1352550"/>
          </a:xfrm>
          <a:prstGeom xmlns:a="http://schemas.openxmlformats.org/drawingml/2006/main" prst="roundRect">
            <a:avLst>
              <a:gd name="adj" fmla="val 5634"/>
            </a:avLst>
          </a:prstGeom>
          <a:solidFill xmlns:a="http://schemas.openxmlformats.org/drawingml/2006/main">
            <a:srgbClr val="FFF4E6"/>
          </a:solidFill>
          <a:ln xmlns:a="http://schemas.openxmlformats.org/drawingml/2006/main" w="9525">
            <a:solidFill>
              <a:srgbClr val="F4C98A"/>
            </a:solidFill>
            <a:prstDash val="solid"/>
          </a:ln>
        </p:spPr>
      </p:sp>
      <p:sp>
        <p:nvSpPr>
          <p:cNvPr id="15" name="">
            <a:extLst xmlns:a="http://schemas.openxmlformats.org/drawingml/2006/main">
              <a:ext uri="{FF2B5EF4-FFF2-40B4-BE49-F238E27FC236}">
                <a16:creationId xmlns:a16="http://schemas.microsoft.com/office/drawing/2014/main" id="{799FA2A0-B8C5-429F-B8CA-BC4D2058C7DA}"/>
              </a:ext>
            </a:extLst>
          </p:cNvPr>
          <p:cNvSpPr>
            <a:spLocks xmlns:a="http://schemas.openxmlformats.org/drawingml/2006/main" noGrp="1"/>
          </p:cNvSpPr>
          <p:nvPr/>
        </p:nvSpPr>
        <p:spPr>
          <a:xfrm xmlns:a="http://schemas.openxmlformats.org/drawingml/2006/main">
            <a:off x="8362950" y="2857500"/>
            <a:ext cx="2895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6" name="">
            <a:extLst xmlns:a="http://schemas.openxmlformats.org/drawingml/2006/main">
              <a:ext uri="{FF2B5EF4-FFF2-40B4-BE49-F238E27FC236}">
                <a16:creationId xmlns:a16="http://schemas.microsoft.com/office/drawing/2014/main" id="{6C332E7D-4C39-424B-8F2F-A4D28F538760}"/>
              </a:ext>
            </a:extLst>
          </p:cNvPr>
          <p:cNvSpPr>
            <a:spLocks xmlns:a="http://schemas.openxmlformats.org/drawingml/2006/main" noGrp="1"/>
          </p:cNvSpPr>
          <p:nvPr/>
        </p:nvSpPr>
        <p:spPr>
          <a:xfrm xmlns:a="http://schemas.openxmlformats.org/drawingml/2006/main">
            <a:off x="8362950" y="3048000"/>
            <a:ext cx="2895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Clinical status overlay</a:t>
            </a:r>
          </a:p>
        </p:txBody>
      </p:sp>
      <p:sp>
        <p:nvSpPr>
          <p:cNvPr id="17" name="">
            <a:extLst xmlns:a="http://schemas.openxmlformats.org/drawingml/2006/main">
              <a:ext uri="{FF2B5EF4-FFF2-40B4-BE49-F238E27FC236}">
                <a16:creationId xmlns:a16="http://schemas.microsoft.com/office/drawing/2014/main" id="{46191085-47B5-456C-96A3-281A1495C4C7}"/>
              </a:ext>
            </a:extLst>
          </p:cNvPr>
          <p:cNvSpPr>
            <a:spLocks xmlns:a="http://schemas.openxmlformats.org/drawingml/2006/main" noGrp="1"/>
          </p:cNvSpPr>
          <p:nvPr/>
        </p:nvSpPr>
        <p:spPr>
          <a:xfrm xmlns:a="http://schemas.openxmlformats.org/drawingml/2006/main">
            <a:off x="8362950" y="3314700"/>
            <a:ext cx="28956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8" name="">
            <a:extLst xmlns:a="http://schemas.openxmlformats.org/drawingml/2006/main">
              <a:ext uri="{FF2B5EF4-FFF2-40B4-BE49-F238E27FC236}">
                <a16:creationId xmlns:a16="http://schemas.microsoft.com/office/drawing/2014/main" id="{F229A4BD-C9BA-411B-A015-D3C0E2A9BEF7}"/>
              </a:ext>
            </a:extLst>
          </p:cNvPr>
          <p:cNvSpPr>
            <a:spLocks xmlns:a="http://schemas.openxmlformats.org/drawingml/2006/main" noGrp="1"/>
          </p:cNvSpPr>
          <p:nvPr/>
        </p:nvSpPr>
        <p:spPr>
          <a:xfrm xmlns:a="http://schemas.openxmlformats.org/drawingml/2006/main">
            <a:off x="1809750" y="4762500"/>
            <a:ext cx="1762125"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9" name="">
            <a:extLst xmlns:a="http://schemas.openxmlformats.org/drawingml/2006/main">
              <a:ext uri="{FF2B5EF4-FFF2-40B4-BE49-F238E27FC236}">
                <a16:creationId xmlns:a16="http://schemas.microsoft.com/office/drawing/2014/main" id="{C2B26B4F-75C6-49B3-A88B-6E82363017E1}"/>
              </a:ext>
            </a:extLst>
          </p:cNvPr>
          <p:cNvSpPr>
            <a:spLocks xmlns:a="http://schemas.openxmlformats.org/drawingml/2006/main" noGrp="1"/>
          </p:cNvSpPr>
          <p:nvPr/>
        </p:nvSpPr>
        <p:spPr>
          <a:xfrm xmlns:a="http://schemas.openxmlformats.org/drawingml/2006/main">
            <a:off x="196215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0" name="">
            <a:extLst xmlns:a="http://schemas.openxmlformats.org/drawingml/2006/main">
              <a:ext uri="{FF2B5EF4-FFF2-40B4-BE49-F238E27FC236}">
                <a16:creationId xmlns:a16="http://schemas.microsoft.com/office/drawing/2014/main" id="{D78B16B6-1F32-4ECE-B3E5-55E92AAF75F6}"/>
              </a:ext>
            </a:extLst>
          </p:cNvPr>
          <p:cNvSpPr>
            <a:spLocks xmlns:a="http://schemas.openxmlformats.org/drawingml/2006/main" noGrp="1"/>
          </p:cNvSpPr>
          <p:nvPr/>
        </p:nvSpPr>
        <p:spPr>
          <a:xfrm xmlns:a="http://schemas.openxmlformats.org/drawingml/2006/main">
            <a:off x="196215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1" name="">
            <a:extLst xmlns:a="http://schemas.openxmlformats.org/drawingml/2006/main">
              <a:ext uri="{FF2B5EF4-FFF2-40B4-BE49-F238E27FC236}">
                <a16:creationId xmlns:a16="http://schemas.microsoft.com/office/drawing/2014/main" id="{F122A461-15AB-40BE-97F0-5C24FB378379}"/>
              </a:ext>
            </a:extLst>
          </p:cNvPr>
          <p:cNvSpPr>
            <a:spLocks xmlns:a="http://schemas.openxmlformats.org/drawingml/2006/main" noGrp="1"/>
          </p:cNvSpPr>
          <p:nvPr/>
        </p:nvSpPr>
        <p:spPr>
          <a:xfrm xmlns:a="http://schemas.openxmlformats.org/drawingml/2006/main">
            <a:off x="3952875" y="4762500"/>
            <a:ext cx="1762125"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C544098B-828C-4077-B6C8-CE5828460DCE}"/>
              </a:ext>
            </a:extLst>
          </p:cNvPr>
          <p:cNvSpPr>
            <a:spLocks xmlns:a="http://schemas.openxmlformats.org/drawingml/2006/main" noGrp="1"/>
          </p:cNvSpPr>
          <p:nvPr/>
        </p:nvSpPr>
        <p:spPr>
          <a:xfrm xmlns:a="http://schemas.openxmlformats.org/drawingml/2006/main">
            <a:off x="410527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3" name="">
            <a:extLst xmlns:a="http://schemas.openxmlformats.org/drawingml/2006/main">
              <a:ext uri="{FF2B5EF4-FFF2-40B4-BE49-F238E27FC236}">
                <a16:creationId xmlns:a16="http://schemas.microsoft.com/office/drawing/2014/main" id="{41F52A86-80AE-499A-AEB0-42C3A020D7A2}"/>
              </a:ext>
            </a:extLst>
          </p:cNvPr>
          <p:cNvSpPr>
            <a:spLocks xmlns:a="http://schemas.openxmlformats.org/drawingml/2006/main" noGrp="1"/>
          </p:cNvSpPr>
          <p:nvPr/>
        </p:nvSpPr>
        <p:spPr>
          <a:xfrm xmlns:a="http://schemas.openxmlformats.org/drawingml/2006/main">
            <a:off x="410527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4" name="">
            <a:extLst xmlns:a="http://schemas.openxmlformats.org/drawingml/2006/main">
              <a:ext uri="{FF2B5EF4-FFF2-40B4-BE49-F238E27FC236}">
                <a16:creationId xmlns:a16="http://schemas.microsoft.com/office/drawing/2014/main" id="{FCE83DC1-5982-4B81-BD72-63FF782A8C0C}"/>
              </a:ext>
            </a:extLst>
          </p:cNvPr>
          <p:cNvSpPr>
            <a:spLocks xmlns:a="http://schemas.openxmlformats.org/drawingml/2006/main" noGrp="1"/>
          </p:cNvSpPr>
          <p:nvPr/>
        </p:nvSpPr>
        <p:spPr>
          <a:xfrm xmlns:a="http://schemas.openxmlformats.org/drawingml/2006/main">
            <a:off x="6096000" y="4762500"/>
            <a:ext cx="1762125"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5" name="">
            <a:extLst xmlns:a="http://schemas.openxmlformats.org/drawingml/2006/main">
              <a:ext uri="{FF2B5EF4-FFF2-40B4-BE49-F238E27FC236}">
                <a16:creationId xmlns:a16="http://schemas.microsoft.com/office/drawing/2014/main" id="{F8243E85-6747-4BF5-B07E-9D298ABFB629}"/>
              </a:ext>
            </a:extLst>
          </p:cNvPr>
          <p:cNvSpPr>
            <a:spLocks xmlns:a="http://schemas.openxmlformats.org/drawingml/2006/main" noGrp="1"/>
          </p:cNvSpPr>
          <p:nvPr/>
        </p:nvSpPr>
        <p:spPr>
          <a:xfrm xmlns:a="http://schemas.openxmlformats.org/drawingml/2006/main">
            <a:off x="6248400"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6" name="">
            <a:extLst xmlns:a="http://schemas.openxmlformats.org/drawingml/2006/main">
              <a:ext uri="{FF2B5EF4-FFF2-40B4-BE49-F238E27FC236}">
                <a16:creationId xmlns:a16="http://schemas.microsoft.com/office/drawing/2014/main" id="{3BE7E118-BA9F-4509-9152-5B56BCD0A2C6}"/>
              </a:ext>
            </a:extLst>
          </p:cNvPr>
          <p:cNvSpPr>
            <a:spLocks xmlns:a="http://schemas.openxmlformats.org/drawingml/2006/main" noGrp="1"/>
          </p:cNvSpPr>
          <p:nvPr/>
        </p:nvSpPr>
        <p:spPr>
          <a:xfrm xmlns:a="http://schemas.openxmlformats.org/drawingml/2006/main">
            <a:off x="6248400"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7" name="">
            <a:extLst xmlns:a="http://schemas.openxmlformats.org/drawingml/2006/main">
              <a:ext uri="{FF2B5EF4-FFF2-40B4-BE49-F238E27FC236}">
                <a16:creationId xmlns:a16="http://schemas.microsoft.com/office/drawing/2014/main" id="{C37EF048-B914-4D95-9C50-8576CD894430}"/>
              </a:ext>
            </a:extLst>
          </p:cNvPr>
          <p:cNvSpPr>
            <a:spLocks xmlns:a="http://schemas.openxmlformats.org/drawingml/2006/main" noGrp="1"/>
          </p:cNvSpPr>
          <p:nvPr/>
        </p:nvSpPr>
        <p:spPr>
          <a:xfrm xmlns:a="http://schemas.openxmlformats.org/drawingml/2006/main">
            <a:off x="8239125" y="4762500"/>
            <a:ext cx="1762125"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8" name="">
            <a:extLst xmlns:a="http://schemas.openxmlformats.org/drawingml/2006/main">
              <a:ext uri="{FF2B5EF4-FFF2-40B4-BE49-F238E27FC236}">
                <a16:creationId xmlns:a16="http://schemas.microsoft.com/office/drawing/2014/main" id="{A68F4EC1-8A1D-4C3A-9FFB-2A1DD1EBC858}"/>
              </a:ext>
            </a:extLst>
          </p:cNvPr>
          <p:cNvSpPr>
            <a:spLocks xmlns:a="http://schemas.openxmlformats.org/drawingml/2006/main" noGrp="1"/>
          </p:cNvSpPr>
          <p:nvPr/>
        </p:nvSpPr>
        <p:spPr>
          <a:xfrm xmlns:a="http://schemas.openxmlformats.org/drawingml/2006/main">
            <a:off x="8391525" y="4895850"/>
            <a:ext cx="14573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29" name="">
            <a:extLst xmlns:a="http://schemas.openxmlformats.org/drawingml/2006/main">
              <a:ext uri="{FF2B5EF4-FFF2-40B4-BE49-F238E27FC236}">
                <a16:creationId xmlns:a16="http://schemas.microsoft.com/office/drawing/2014/main" id="{60DC249A-BE2B-4A48-B5A4-867887B040BB}"/>
              </a:ext>
            </a:extLst>
          </p:cNvPr>
          <p:cNvSpPr>
            <a:spLocks xmlns:a="http://schemas.openxmlformats.org/drawingml/2006/main" noGrp="1"/>
          </p:cNvSpPr>
          <p:nvPr/>
        </p:nvSpPr>
        <p:spPr>
          <a:xfrm xmlns:a="http://schemas.openxmlformats.org/drawingml/2006/main">
            <a:off x="8391525" y="5257800"/>
            <a:ext cx="1457325"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0" name="">
            <a:extLst xmlns:a="http://schemas.openxmlformats.org/drawingml/2006/main">
              <a:ext uri="{FF2B5EF4-FFF2-40B4-BE49-F238E27FC236}">
                <a16:creationId xmlns:a16="http://schemas.microsoft.com/office/drawing/2014/main" id="{05168921-BEC8-438C-8FBC-B8C82AE8A6AA}"/>
              </a:ext>
            </a:extLst>
          </p:cNvPr>
          <p:cNvSpPr>
            <a:spLocks xmlns:a="http://schemas.openxmlformats.org/drawingml/2006/main" noGrp="1"/>
          </p:cNvSpPr>
          <p:nvPr/>
        </p:nvSpPr>
        <p:spPr>
          <a:xfrm xmlns:a="http://schemas.openxmlformats.org/drawingml/2006/main">
            <a:off x="590550" y="64960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xmlns:p14="http://schemas.microsoft.com/office/powerpoint/2010/main" val="12452576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C1FBE9-5E58-41CD-B0F7-8B6952D93D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45412B4-BCBC-4FD7-8907-783D6BF55F5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8B9DB9F-8919-40C5-AB10-78237678892D}"/>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4" name="">
            <a:extLst xmlns:a="http://schemas.openxmlformats.org/drawingml/2006/main">
              <a:ext uri="{FF2B5EF4-FFF2-40B4-BE49-F238E27FC236}">
                <a16:creationId xmlns:a16="http://schemas.microsoft.com/office/drawing/2014/main" id="{0FCC2F81-73E6-4251-9B13-E422F19FF600}"/>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5" name="">
            <a:extLst xmlns:a="http://schemas.openxmlformats.org/drawingml/2006/main">
              <a:ext uri="{FF2B5EF4-FFF2-40B4-BE49-F238E27FC236}">
                <a16:creationId xmlns:a16="http://schemas.microsoft.com/office/drawing/2014/main" id="{DCB920F2-8E71-4A47-A82C-9C1DAFF990E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6" name="">
            <a:extLst xmlns:a="http://schemas.openxmlformats.org/drawingml/2006/main">
              <a:ext uri="{FF2B5EF4-FFF2-40B4-BE49-F238E27FC236}">
                <a16:creationId xmlns:a16="http://schemas.microsoft.com/office/drawing/2014/main" id="{16FB6728-714D-4ECB-807C-F4B20212EC25}"/>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1107D83-1F64-41E3-B996-5504F8685C8C}"/>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7471DCA-F8CA-4FB0-B01F-AA3D7AB1584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12B6C8E-4020-44F2-B3BA-9DA50E667CF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0" name="">
            <a:extLst xmlns:a="http://schemas.openxmlformats.org/drawingml/2006/main">
              <a:ext uri="{FF2B5EF4-FFF2-40B4-BE49-F238E27FC236}">
                <a16:creationId xmlns:a16="http://schemas.microsoft.com/office/drawing/2014/main" id="{8581C71E-ADE7-4ABA-BE11-7CE18359BA13}"/>
              </a:ext>
            </a:extLst>
          </p:cNvPr>
          <p:cNvSpPr>
            <a:spLocks xmlns:a="http://schemas.openxmlformats.org/drawingml/2006/main" noGrp="1"/>
          </p:cNvSpPr>
          <p:nvPr/>
        </p:nvSpPr>
        <p:spPr>
          <a:xfrm xmlns:a="http://schemas.openxmlformats.org/drawingml/2006/main">
            <a:off x="742950" y="1752600"/>
            <a:ext cx="2781300" cy="2952750"/>
          </a:xfrm>
          <a:prstGeom xmlns:a="http://schemas.openxmlformats.org/drawingml/2006/main" prst="roundRect">
            <a:avLst>
              <a:gd name="adj" fmla="val 2740"/>
            </a:avLst>
          </a:prstGeom>
          <a:solidFill xmlns:a="http://schemas.openxmlformats.org/drawingml/2006/main">
            <a:srgbClr val="E8F1FA"/>
          </a:solidFill>
          <a:ln xmlns:a="http://schemas.openxmlformats.org/drawingml/2006/main" w="9525">
            <a:solidFill>
              <a:srgbClr val="BDD7EE"/>
            </a:solidFill>
            <a:prstDash val="solid"/>
          </a:ln>
        </p:spPr>
      </p:sp>
      <p:sp>
        <p:nvSpPr>
          <p:cNvPr id="11" name="">
            <a:extLst xmlns:a="http://schemas.openxmlformats.org/drawingml/2006/main">
              <a:ext uri="{FF2B5EF4-FFF2-40B4-BE49-F238E27FC236}">
                <a16:creationId xmlns:a16="http://schemas.microsoft.com/office/drawing/2014/main" id="{672F9269-9D7D-4666-982B-D534F007C898}"/>
              </a:ext>
            </a:extLst>
          </p:cNvPr>
          <p:cNvSpPr>
            <a:spLocks xmlns:a="http://schemas.openxmlformats.org/drawingml/2006/main" noGrp="1"/>
          </p:cNvSpPr>
          <p:nvPr/>
        </p:nvSpPr>
        <p:spPr>
          <a:xfrm xmlns:a="http://schemas.openxmlformats.org/drawingml/2006/main">
            <a:off x="914400" y="1924050"/>
            <a:ext cx="2438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Repeated resident isolates</a:t>
            </a:r>
          </a:p>
        </p:txBody>
      </p:sp>
      <p:sp>
        <p:nvSpPr>
          <p:cNvPr id="12" name="">
            <a:extLst xmlns:a="http://schemas.openxmlformats.org/drawingml/2006/main">
              <a:ext uri="{FF2B5EF4-FFF2-40B4-BE49-F238E27FC236}">
                <a16:creationId xmlns:a16="http://schemas.microsoft.com/office/drawing/2014/main" id="{AD4659DD-620E-4433-B432-8941FF364F44}"/>
              </a:ext>
            </a:extLst>
          </p:cNvPr>
          <p:cNvSpPr>
            <a:spLocks xmlns:a="http://schemas.openxmlformats.org/drawingml/2006/main" noGrp="1"/>
          </p:cNvSpPr>
          <p:nvPr/>
        </p:nvSpPr>
        <p:spPr>
          <a:xfrm xmlns:a="http://schemas.openxmlformats.org/drawingml/2006/main">
            <a:off x="914400" y="2209800"/>
            <a:ext cx="243840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3" name="">
            <a:extLst xmlns:a="http://schemas.openxmlformats.org/drawingml/2006/main">
              <a:ext uri="{FF2B5EF4-FFF2-40B4-BE49-F238E27FC236}">
                <a16:creationId xmlns:a16="http://schemas.microsoft.com/office/drawing/2014/main" id="{7E7BC3FB-BAB7-4CB7-A522-A6B92B94634B}"/>
              </a:ext>
            </a:extLst>
          </p:cNvPr>
          <p:cNvSpPr>
            <a:spLocks xmlns:a="http://schemas.openxmlformats.org/drawingml/2006/main" noGrp="1"/>
          </p:cNvSpPr>
          <p:nvPr/>
        </p:nvSpPr>
        <p:spPr>
          <a:xfrm xmlns:a="http://schemas.openxmlformats.org/drawingml/2006/main">
            <a:off x="4095750" y="1771650"/>
            <a:ext cx="381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4" name="">
            <a:extLst xmlns:a="http://schemas.openxmlformats.org/drawingml/2006/main">
              <a:ext uri="{FF2B5EF4-FFF2-40B4-BE49-F238E27FC236}">
                <a16:creationId xmlns:a16="http://schemas.microsoft.com/office/drawing/2014/main" id="{F1B0020E-9A0C-4B9C-8C88-4D1CAD541407}"/>
              </a:ext>
            </a:extLst>
          </p:cNvPr>
          <p:cNvSpPr>
            <a:spLocks xmlns:a="http://schemas.openxmlformats.org/drawingml/2006/main" noGrp="1"/>
          </p:cNvSpPr>
          <p:nvPr/>
        </p:nvSpPr>
        <p:spPr>
          <a:xfrm xmlns:a="http://schemas.openxmlformats.org/drawingml/2006/main">
            <a:off x="4095750" y="2095500"/>
            <a:ext cx="2762250" cy="514350"/>
          </a:xfrm>
          <a:prstGeom xmlns:a="http://schemas.openxmlformats.org/drawingml/2006/main" prst="roundRect">
            <a:avLst>
              <a:gd name="adj" fmla="val 14815"/>
            </a:avLst>
          </a:prstGeom>
          <a:solidFill xmlns:a="http://schemas.openxmlformats.org/drawingml/2006/main">
            <a:srgbClr val="EAF7EF"/>
          </a:solidFill>
          <a:ln xmlns:a="http://schemas.openxmlformats.org/drawingml/2006/main" w="0">
            <a:solidFill>
              <a:srgbClr val="EAF7EF"/>
            </a:solidFill>
            <a:prstDash val="solid"/>
          </a:ln>
        </p:spPr>
      </p:sp>
      <p:sp>
        <p:nvSpPr>
          <p:cNvPr id="15" name="">
            <a:extLst xmlns:a="http://schemas.openxmlformats.org/drawingml/2006/main">
              <a:ext uri="{FF2B5EF4-FFF2-40B4-BE49-F238E27FC236}">
                <a16:creationId xmlns:a16="http://schemas.microsoft.com/office/drawing/2014/main" id="{30864DA0-374E-493C-853C-7D71D693A336}"/>
              </a:ext>
            </a:extLst>
          </p:cNvPr>
          <p:cNvSpPr>
            <a:spLocks xmlns:a="http://schemas.openxmlformats.org/drawingml/2006/main" noGrp="1"/>
          </p:cNvSpPr>
          <p:nvPr/>
        </p:nvSpPr>
        <p:spPr>
          <a:xfrm xmlns:a="http://schemas.openxmlformats.org/drawingml/2006/main">
            <a:off x="4267200" y="21907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6" name="">
            <a:extLst xmlns:a="http://schemas.openxmlformats.org/drawingml/2006/main">
              <a:ext uri="{FF2B5EF4-FFF2-40B4-BE49-F238E27FC236}">
                <a16:creationId xmlns:a16="http://schemas.microsoft.com/office/drawing/2014/main" id="{DBA9198D-F163-4FAE-B2CE-AC720A3E9C94}"/>
              </a:ext>
            </a:extLst>
          </p:cNvPr>
          <p:cNvSpPr>
            <a:spLocks xmlns:a="http://schemas.openxmlformats.org/drawingml/2006/main" noGrp="1"/>
          </p:cNvSpPr>
          <p:nvPr/>
        </p:nvSpPr>
        <p:spPr>
          <a:xfrm xmlns:a="http://schemas.openxmlformats.org/drawingml/2006/main">
            <a:off x="4267200" y="23907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7" name="">
            <a:extLst xmlns:a="http://schemas.openxmlformats.org/drawingml/2006/main">
              <a:ext uri="{FF2B5EF4-FFF2-40B4-BE49-F238E27FC236}">
                <a16:creationId xmlns:a16="http://schemas.microsoft.com/office/drawing/2014/main" id="{F454FBFD-C50A-4B6C-8A29-A1772980AFC7}"/>
              </a:ext>
            </a:extLst>
          </p:cNvPr>
          <p:cNvSpPr>
            <a:spLocks xmlns:a="http://schemas.openxmlformats.org/drawingml/2006/main" noGrp="1"/>
          </p:cNvSpPr>
          <p:nvPr/>
        </p:nvSpPr>
        <p:spPr>
          <a:xfrm xmlns:a="http://schemas.openxmlformats.org/drawingml/2006/main">
            <a:off x="4095750" y="2914650"/>
            <a:ext cx="2762250" cy="514350"/>
          </a:xfrm>
          <a:prstGeom xmlns:a="http://schemas.openxmlformats.org/drawingml/2006/main" prst="roundRect">
            <a:avLst>
              <a:gd name="adj" fmla="val 14815"/>
            </a:avLst>
          </a:prstGeom>
          <a:solidFill xmlns:a="http://schemas.openxmlformats.org/drawingml/2006/main">
            <a:srgbClr val="FBEDE8"/>
          </a:solidFill>
          <a:ln xmlns:a="http://schemas.openxmlformats.org/drawingml/2006/main" w="0">
            <a:solidFill>
              <a:srgbClr val="FBEDE8"/>
            </a:solidFill>
            <a:prstDash val="solid"/>
          </a:ln>
        </p:spPr>
      </p:sp>
      <p:sp>
        <p:nvSpPr>
          <p:cNvPr id="18" name="">
            <a:extLst xmlns:a="http://schemas.openxmlformats.org/drawingml/2006/main">
              <a:ext uri="{FF2B5EF4-FFF2-40B4-BE49-F238E27FC236}">
                <a16:creationId xmlns:a16="http://schemas.microsoft.com/office/drawing/2014/main" id="{43ED8A17-BE01-42B3-84DA-3DD06B20D22E}"/>
              </a:ext>
            </a:extLst>
          </p:cNvPr>
          <p:cNvSpPr>
            <a:spLocks xmlns:a="http://schemas.openxmlformats.org/drawingml/2006/main" noGrp="1"/>
          </p:cNvSpPr>
          <p:nvPr/>
        </p:nvSpPr>
        <p:spPr>
          <a:xfrm xmlns:a="http://schemas.openxmlformats.org/drawingml/2006/main">
            <a:off x="4267200" y="300990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19" name="">
            <a:extLst xmlns:a="http://schemas.openxmlformats.org/drawingml/2006/main">
              <a:ext uri="{FF2B5EF4-FFF2-40B4-BE49-F238E27FC236}">
                <a16:creationId xmlns:a16="http://schemas.microsoft.com/office/drawing/2014/main" id="{796E85C7-B049-45DA-BB4E-A84C721324F1}"/>
              </a:ext>
            </a:extLst>
          </p:cNvPr>
          <p:cNvSpPr>
            <a:spLocks xmlns:a="http://schemas.openxmlformats.org/drawingml/2006/main" noGrp="1"/>
          </p:cNvSpPr>
          <p:nvPr/>
        </p:nvSpPr>
        <p:spPr>
          <a:xfrm xmlns:a="http://schemas.openxmlformats.org/drawingml/2006/main">
            <a:off x="4267200" y="320992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0" name="">
            <a:extLst xmlns:a="http://schemas.openxmlformats.org/drawingml/2006/main">
              <a:ext uri="{FF2B5EF4-FFF2-40B4-BE49-F238E27FC236}">
                <a16:creationId xmlns:a16="http://schemas.microsoft.com/office/drawing/2014/main" id="{3FB35569-8A46-430A-8FBB-35A1232D9CA1}"/>
              </a:ext>
            </a:extLst>
          </p:cNvPr>
          <p:cNvSpPr>
            <a:spLocks xmlns:a="http://schemas.openxmlformats.org/drawingml/2006/main" noGrp="1"/>
          </p:cNvSpPr>
          <p:nvPr/>
        </p:nvSpPr>
        <p:spPr>
          <a:xfrm xmlns:a="http://schemas.openxmlformats.org/drawingml/2006/main">
            <a:off x="4095750" y="3733800"/>
            <a:ext cx="2762250" cy="514350"/>
          </a:xfrm>
          <a:prstGeom xmlns:a="http://schemas.openxmlformats.org/drawingml/2006/main" prst="roundRect">
            <a:avLst>
              <a:gd name="adj" fmla="val 14815"/>
            </a:avLst>
          </a:prstGeom>
          <a:solidFill xmlns:a="http://schemas.openxmlformats.org/drawingml/2006/main">
            <a:srgbClr val="EEF3F8"/>
          </a:solidFill>
          <a:ln xmlns:a="http://schemas.openxmlformats.org/drawingml/2006/main" w="0">
            <a:solidFill>
              <a:srgbClr val="EEF3F8"/>
            </a:solidFill>
            <a:prstDash val="solid"/>
          </a:ln>
        </p:spPr>
      </p:sp>
      <p:sp>
        <p:nvSpPr>
          <p:cNvPr id="21" name="">
            <a:extLst xmlns:a="http://schemas.openxmlformats.org/drawingml/2006/main">
              <a:ext uri="{FF2B5EF4-FFF2-40B4-BE49-F238E27FC236}">
                <a16:creationId xmlns:a16="http://schemas.microsoft.com/office/drawing/2014/main" id="{9E55CBA4-7D02-4758-86A0-4F4F14AF5D4E}"/>
              </a:ext>
            </a:extLst>
          </p:cNvPr>
          <p:cNvSpPr>
            <a:spLocks xmlns:a="http://schemas.openxmlformats.org/drawingml/2006/main" noGrp="1"/>
          </p:cNvSpPr>
          <p:nvPr/>
        </p:nvSpPr>
        <p:spPr>
          <a:xfrm xmlns:a="http://schemas.openxmlformats.org/drawingml/2006/main">
            <a:off x="4267200" y="3829050"/>
            <a:ext cx="2381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2" name="">
            <a:extLst xmlns:a="http://schemas.openxmlformats.org/drawingml/2006/main">
              <a:ext uri="{FF2B5EF4-FFF2-40B4-BE49-F238E27FC236}">
                <a16:creationId xmlns:a16="http://schemas.microsoft.com/office/drawing/2014/main" id="{EEF71378-AA1C-482F-B247-E263EDC3F7CA}"/>
              </a:ext>
            </a:extLst>
          </p:cNvPr>
          <p:cNvSpPr>
            <a:spLocks xmlns:a="http://schemas.openxmlformats.org/drawingml/2006/main" noGrp="1"/>
          </p:cNvSpPr>
          <p:nvPr/>
        </p:nvSpPr>
        <p:spPr>
          <a:xfrm xmlns:a="http://schemas.openxmlformats.org/drawingml/2006/main">
            <a:off x="4267200" y="4029075"/>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3" name="">
            <a:extLst xmlns:a="http://schemas.openxmlformats.org/drawingml/2006/main">
              <a:ext uri="{FF2B5EF4-FFF2-40B4-BE49-F238E27FC236}">
                <a16:creationId xmlns:a16="http://schemas.microsoft.com/office/drawing/2014/main" id="{7C030E93-B6EF-4687-B0CF-DE91CDB4E3DA}"/>
              </a:ext>
            </a:extLst>
          </p:cNvPr>
          <p:cNvSpPr>
            <a:spLocks xmlns:a="http://schemas.openxmlformats.org/drawingml/2006/main" noGrp="1"/>
          </p:cNvSpPr>
          <p:nvPr/>
        </p:nvSpPr>
        <p:spPr>
          <a:xfrm xmlns:a="http://schemas.openxmlformats.org/drawingml/2006/main">
            <a:off x="7524750" y="1752600"/>
            <a:ext cx="3562350"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93ABB79D-9A13-4174-8E5E-9BCDFBC214EB}"/>
              </a:ext>
            </a:extLst>
          </p:cNvPr>
          <p:cNvSpPr>
            <a:spLocks xmlns:a="http://schemas.openxmlformats.org/drawingml/2006/main" noGrp="1"/>
          </p:cNvSpPr>
          <p:nvPr/>
        </p:nvSpPr>
        <p:spPr>
          <a:xfrm xmlns:a="http://schemas.openxmlformats.org/drawingml/2006/main">
            <a:off x="7696200" y="1924050"/>
            <a:ext cx="3219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5" name="">
            <a:extLst xmlns:a="http://schemas.openxmlformats.org/drawingml/2006/main">
              <a:ext uri="{FF2B5EF4-FFF2-40B4-BE49-F238E27FC236}">
                <a16:creationId xmlns:a16="http://schemas.microsoft.com/office/drawing/2014/main" id="{1AF6EBB2-946B-4AB1-A400-DFB0ECC905AD}"/>
              </a:ext>
            </a:extLst>
          </p:cNvPr>
          <p:cNvSpPr>
            <a:spLocks xmlns:a="http://schemas.openxmlformats.org/drawingml/2006/main" noGrp="1"/>
          </p:cNvSpPr>
          <p:nvPr/>
        </p:nvSpPr>
        <p:spPr>
          <a:xfrm xmlns:a="http://schemas.openxmlformats.org/drawingml/2006/main">
            <a:off x="7696200" y="2209800"/>
            <a:ext cx="3219450" cy="2362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6" name="">
            <a:extLst xmlns:a="http://schemas.openxmlformats.org/drawingml/2006/main">
              <a:ext uri="{FF2B5EF4-FFF2-40B4-BE49-F238E27FC236}">
                <a16:creationId xmlns:a16="http://schemas.microsoft.com/office/drawing/2014/main" id="{BBD91F9F-1ECA-4F09-A99B-19B8AED8EBB4}"/>
              </a:ext>
            </a:extLst>
          </p:cNvPr>
          <p:cNvSpPr>
            <a:spLocks xmlns:a="http://schemas.openxmlformats.org/drawingml/2006/main" noGrp="1"/>
          </p:cNvSpPr>
          <p:nvPr/>
        </p:nvSpPr>
        <p:spPr>
          <a:xfrm xmlns:a="http://schemas.openxmlformats.org/drawingml/2006/main">
            <a:off x="7524750" y="5010150"/>
            <a:ext cx="140970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27" name="">
            <a:extLst xmlns:a="http://schemas.openxmlformats.org/drawingml/2006/main">
              <a:ext uri="{FF2B5EF4-FFF2-40B4-BE49-F238E27FC236}">
                <a16:creationId xmlns:a16="http://schemas.microsoft.com/office/drawing/2014/main" id="{D35BEAB2-E4FC-4156-B596-B3918477E882}"/>
              </a:ext>
            </a:extLst>
          </p:cNvPr>
          <p:cNvSpPr>
            <a:spLocks xmlns:a="http://schemas.openxmlformats.org/drawingml/2006/main" noGrp="1"/>
          </p:cNvSpPr>
          <p:nvPr/>
        </p:nvSpPr>
        <p:spPr>
          <a:xfrm xmlns:a="http://schemas.openxmlformats.org/drawingml/2006/main">
            <a:off x="76200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18C1DB3D-C3CA-489C-B22A-616570C2339A}"/>
              </a:ext>
            </a:extLst>
          </p:cNvPr>
          <p:cNvSpPr>
            <a:spLocks xmlns:a="http://schemas.openxmlformats.org/drawingml/2006/main" noGrp="1"/>
          </p:cNvSpPr>
          <p:nvPr/>
        </p:nvSpPr>
        <p:spPr>
          <a:xfrm xmlns:a="http://schemas.openxmlformats.org/drawingml/2006/main">
            <a:off x="9239250" y="5010150"/>
            <a:ext cx="140970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29" name="">
            <a:extLst xmlns:a="http://schemas.openxmlformats.org/drawingml/2006/main">
              <a:ext uri="{FF2B5EF4-FFF2-40B4-BE49-F238E27FC236}">
                <a16:creationId xmlns:a16="http://schemas.microsoft.com/office/drawing/2014/main" id="{9C3F8DE4-B45A-4891-B0ED-BD98CDC9B5A2}"/>
              </a:ext>
            </a:extLst>
          </p:cNvPr>
          <p:cNvSpPr>
            <a:spLocks xmlns:a="http://schemas.openxmlformats.org/drawingml/2006/main" noGrp="1"/>
          </p:cNvSpPr>
          <p:nvPr/>
        </p:nvSpPr>
        <p:spPr>
          <a:xfrm xmlns:a="http://schemas.openxmlformats.org/drawingml/2006/main">
            <a:off x="9334500" y="5057775"/>
            <a:ext cx="12192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0" name="">
            <a:extLst xmlns:a="http://schemas.openxmlformats.org/drawingml/2006/main">
              <a:ext uri="{FF2B5EF4-FFF2-40B4-BE49-F238E27FC236}">
                <a16:creationId xmlns:a16="http://schemas.microsoft.com/office/drawing/2014/main" id="{F182A15D-EF91-401B-9BB5-0A4AEC571D67}"/>
              </a:ext>
            </a:extLst>
          </p:cNvPr>
          <p:cNvSpPr>
            <a:spLocks xmlns:a="http://schemas.openxmlformats.org/drawingml/2006/main" noGrp="1"/>
          </p:cNvSpPr>
          <p:nvPr/>
        </p:nvSpPr>
        <p:spPr>
          <a:xfrm xmlns:a="http://schemas.openxmlformats.org/drawingml/2006/main" rot="0">
            <a:off x="8915400" y="5124450"/>
            <a:ext cx="285750" cy="1905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1ED910C-CAFA-49F5-BA3D-92BD070F2920}"/>
              </a:ext>
            </a:extLst>
          </p:cNvPr>
          <p:cNvSpPr>
            <a:spLocks xmlns:a="http://schemas.openxmlformats.org/drawingml/2006/main" noGrp="1"/>
          </p:cNvSpPr>
          <p:nvPr/>
        </p:nvSpPr>
        <p:spPr>
          <a:xfrm xmlns:a="http://schemas.openxmlformats.org/drawingml/2006/main" rot="5400000">
            <a:off x="9134475" y="5086350"/>
            <a:ext cx="95250" cy="95250"/>
          </a:xfrm>
          <a:prstGeom xmlns:a="http://schemas.openxmlformats.org/drawingml/2006/main" prst="triangle">
            <a:avLst/>
          </a:prstGeom>
          <a:solidFill xmlns:a="http://schemas.openxmlformats.org/drawingml/2006/main">
            <a:srgbClr val="CBD5E1"/>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0106127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423D16-2648-48A2-87A5-D985A5D340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5789596-BF02-4871-9951-753F38289B1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EAE1A11-618E-4CE6-8D96-618080B50BE6}"/>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4" name="">
            <a:extLst xmlns:a="http://schemas.openxmlformats.org/drawingml/2006/main">
              <a:ext uri="{FF2B5EF4-FFF2-40B4-BE49-F238E27FC236}">
                <a16:creationId xmlns:a16="http://schemas.microsoft.com/office/drawing/2014/main" id="{E5F1D283-1ABF-475D-BCC2-0636F0236772}"/>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VF-ready data link repeated urinary E. coli genomes to clinical episodes</a:t>
            </a:r>
          </a:p>
        </p:txBody>
      </p:sp>
      <p:sp>
        <p:nvSpPr>
          <p:cNvPr id="5" name="">
            <a:extLst xmlns:a="http://schemas.openxmlformats.org/drawingml/2006/main">
              <a:ext uri="{FF2B5EF4-FFF2-40B4-BE49-F238E27FC236}">
                <a16:creationId xmlns:a16="http://schemas.microsoft.com/office/drawing/2014/main" id="{D86B2B7F-3D5A-4854-B827-1111F4DB48A5}"/>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6" name="">
            <a:extLst xmlns:a="http://schemas.openxmlformats.org/drawingml/2006/main">
              <a:ext uri="{FF2B5EF4-FFF2-40B4-BE49-F238E27FC236}">
                <a16:creationId xmlns:a16="http://schemas.microsoft.com/office/drawing/2014/main" id="{72FBB006-DE63-4CB1-8CE3-A7088D229CB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D0C46E5A-4EE4-4A85-9FCB-5DFADCE3EFE2}"/>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2538588-F5F0-4747-AB72-713D5BE7D7D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973B41A1-2802-4536-B551-AB78E49623A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0" name="">
            <a:extLst xmlns:a="http://schemas.openxmlformats.org/drawingml/2006/main">
              <a:ext uri="{FF2B5EF4-FFF2-40B4-BE49-F238E27FC236}">
                <a16:creationId xmlns:a16="http://schemas.microsoft.com/office/drawing/2014/main" id="{C5796CD6-3675-4D7A-ABA0-73A50E0471CC}"/>
              </a:ext>
            </a:extLst>
          </p:cNvPr>
          <p:cNvSpPr>
            <a:spLocks xmlns:a="http://schemas.openxmlformats.org/drawingml/2006/main" noGrp="1"/>
          </p:cNvSpPr>
          <p:nvPr/>
        </p:nvSpPr>
        <p:spPr>
          <a:xfrm xmlns:a="http://schemas.openxmlformats.org/drawingml/2006/main">
            <a:off x="762000" y="1714500"/>
            <a:ext cx="1809750" cy="819150"/>
          </a:xfrm>
          <a:prstGeom xmlns:a="http://schemas.openxmlformats.org/drawingml/2006/main" prst="roundRect">
            <a:avLst>
              <a:gd name="adj" fmla="val 9302"/>
            </a:avLst>
          </a:prstGeom>
          <a:solidFill xmlns:a="http://schemas.openxmlformats.org/drawingml/2006/main">
            <a:srgbClr val="E8F1FA"/>
          </a:solidFill>
          <a:ln xmlns:a="http://schemas.openxmlformats.org/drawingml/2006/main" w="0">
            <a:solidFill>
              <a:srgbClr val="E8F1FA"/>
            </a:solidFill>
            <a:prstDash val="solid"/>
          </a:ln>
        </p:spPr>
      </p:sp>
      <p:sp>
        <p:nvSpPr>
          <p:cNvPr id="11" name="">
            <a:extLst xmlns:a="http://schemas.openxmlformats.org/drawingml/2006/main">
              <a:ext uri="{FF2B5EF4-FFF2-40B4-BE49-F238E27FC236}">
                <a16:creationId xmlns:a16="http://schemas.microsoft.com/office/drawing/2014/main" id="{4C573D2B-19D4-441A-B6D5-1ED8AB8A7940}"/>
              </a:ext>
            </a:extLst>
          </p:cNvPr>
          <p:cNvSpPr>
            <a:spLocks xmlns:a="http://schemas.openxmlformats.org/drawingml/2006/main" noGrp="1"/>
          </p:cNvSpPr>
          <p:nvPr/>
        </p:nvSpPr>
        <p:spPr>
          <a:xfrm xmlns:a="http://schemas.openxmlformats.org/drawingml/2006/main">
            <a:off x="914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2" name="">
            <a:extLst xmlns:a="http://schemas.openxmlformats.org/drawingml/2006/main">
              <a:ext uri="{FF2B5EF4-FFF2-40B4-BE49-F238E27FC236}">
                <a16:creationId xmlns:a16="http://schemas.microsoft.com/office/drawing/2014/main" id="{D4D8E4FF-5F6D-4EC1-801B-011402AECAB7}"/>
              </a:ext>
            </a:extLst>
          </p:cNvPr>
          <p:cNvSpPr>
            <a:spLocks xmlns:a="http://schemas.openxmlformats.org/drawingml/2006/main" noGrp="1"/>
          </p:cNvSpPr>
          <p:nvPr/>
        </p:nvSpPr>
        <p:spPr>
          <a:xfrm xmlns:a="http://schemas.openxmlformats.org/drawingml/2006/main">
            <a:off x="914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3" name="">
            <a:extLst xmlns:a="http://schemas.openxmlformats.org/drawingml/2006/main">
              <a:ext uri="{FF2B5EF4-FFF2-40B4-BE49-F238E27FC236}">
                <a16:creationId xmlns:a16="http://schemas.microsoft.com/office/drawing/2014/main" id="{ADA89507-30D6-4808-A5F5-62A35817943D}"/>
              </a:ext>
            </a:extLst>
          </p:cNvPr>
          <p:cNvSpPr>
            <a:spLocks xmlns:a="http://schemas.openxmlformats.org/drawingml/2006/main" noGrp="1"/>
          </p:cNvSpPr>
          <p:nvPr/>
        </p:nvSpPr>
        <p:spPr>
          <a:xfrm xmlns:a="http://schemas.openxmlformats.org/drawingml/2006/main">
            <a:off x="2857500" y="1714500"/>
            <a:ext cx="1809750" cy="819150"/>
          </a:xfrm>
          <a:prstGeom xmlns:a="http://schemas.openxmlformats.org/drawingml/2006/main" prst="roundRect">
            <a:avLst>
              <a:gd name="adj" fmla="val 9302"/>
            </a:avLst>
          </a:prstGeom>
          <a:solidFill xmlns:a="http://schemas.openxmlformats.org/drawingml/2006/main">
            <a:srgbClr val="EEF3F8"/>
          </a:solidFill>
          <a:ln xmlns:a="http://schemas.openxmlformats.org/drawingml/2006/main" w="0">
            <a:solidFill>
              <a:srgbClr val="EEF3F8"/>
            </a:solidFill>
            <a:prstDash val="solid"/>
          </a:ln>
        </p:spPr>
      </p:sp>
      <p:sp>
        <p:nvSpPr>
          <p:cNvPr id="14" name="">
            <a:extLst xmlns:a="http://schemas.openxmlformats.org/drawingml/2006/main">
              <a:ext uri="{FF2B5EF4-FFF2-40B4-BE49-F238E27FC236}">
                <a16:creationId xmlns:a16="http://schemas.microsoft.com/office/drawing/2014/main" id="{185AA25F-340B-4644-BF46-CEF9C697AA04}"/>
              </a:ext>
            </a:extLst>
          </p:cNvPr>
          <p:cNvSpPr>
            <a:spLocks xmlns:a="http://schemas.openxmlformats.org/drawingml/2006/main" noGrp="1"/>
          </p:cNvSpPr>
          <p:nvPr/>
        </p:nvSpPr>
        <p:spPr>
          <a:xfrm xmlns:a="http://schemas.openxmlformats.org/drawingml/2006/main">
            <a:off x="3009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5" name="">
            <a:extLst xmlns:a="http://schemas.openxmlformats.org/drawingml/2006/main">
              <a:ext uri="{FF2B5EF4-FFF2-40B4-BE49-F238E27FC236}">
                <a16:creationId xmlns:a16="http://schemas.microsoft.com/office/drawing/2014/main" id="{418442A0-B9BF-4C83-BA5A-734753F76F7D}"/>
              </a:ext>
            </a:extLst>
          </p:cNvPr>
          <p:cNvSpPr>
            <a:spLocks xmlns:a="http://schemas.openxmlformats.org/drawingml/2006/main" noGrp="1"/>
          </p:cNvSpPr>
          <p:nvPr/>
        </p:nvSpPr>
        <p:spPr>
          <a:xfrm xmlns:a="http://schemas.openxmlformats.org/drawingml/2006/main">
            <a:off x="3009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6" name="">
            <a:extLst xmlns:a="http://schemas.openxmlformats.org/drawingml/2006/main">
              <a:ext uri="{FF2B5EF4-FFF2-40B4-BE49-F238E27FC236}">
                <a16:creationId xmlns:a16="http://schemas.microsoft.com/office/drawing/2014/main" id="{1BCEB61E-B53A-4435-A8DF-A260A53019B5}"/>
              </a:ext>
            </a:extLst>
          </p:cNvPr>
          <p:cNvSpPr>
            <a:spLocks xmlns:a="http://schemas.openxmlformats.org/drawingml/2006/main" noGrp="1"/>
          </p:cNvSpPr>
          <p:nvPr/>
        </p:nvSpPr>
        <p:spPr>
          <a:xfrm xmlns:a="http://schemas.openxmlformats.org/drawingml/2006/main">
            <a:off x="4953000" y="1714500"/>
            <a:ext cx="180975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17" name="">
            <a:extLst xmlns:a="http://schemas.openxmlformats.org/drawingml/2006/main">
              <a:ext uri="{FF2B5EF4-FFF2-40B4-BE49-F238E27FC236}">
                <a16:creationId xmlns:a16="http://schemas.microsoft.com/office/drawing/2014/main" id="{FEE52C60-2A52-448A-B76C-DD894B68D930}"/>
              </a:ext>
            </a:extLst>
          </p:cNvPr>
          <p:cNvSpPr>
            <a:spLocks xmlns:a="http://schemas.openxmlformats.org/drawingml/2006/main" noGrp="1"/>
          </p:cNvSpPr>
          <p:nvPr/>
        </p:nvSpPr>
        <p:spPr>
          <a:xfrm xmlns:a="http://schemas.openxmlformats.org/drawingml/2006/main">
            <a:off x="5105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8" name="">
            <a:extLst xmlns:a="http://schemas.openxmlformats.org/drawingml/2006/main">
              <a:ext uri="{FF2B5EF4-FFF2-40B4-BE49-F238E27FC236}">
                <a16:creationId xmlns:a16="http://schemas.microsoft.com/office/drawing/2014/main" id="{13C899CF-430B-4B3A-9776-61EACE33B705}"/>
              </a:ext>
            </a:extLst>
          </p:cNvPr>
          <p:cNvSpPr>
            <a:spLocks xmlns:a="http://schemas.openxmlformats.org/drawingml/2006/main" noGrp="1"/>
          </p:cNvSpPr>
          <p:nvPr/>
        </p:nvSpPr>
        <p:spPr>
          <a:xfrm xmlns:a="http://schemas.openxmlformats.org/drawingml/2006/main">
            <a:off x="5105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19" name="">
            <a:extLst xmlns:a="http://schemas.openxmlformats.org/drawingml/2006/main">
              <a:ext uri="{FF2B5EF4-FFF2-40B4-BE49-F238E27FC236}">
                <a16:creationId xmlns:a16="http://schemas.microsoft.com/office/drawing/2014/main" id="{09AF3852-35D0-41E1-9C53-34F0ACEF3553}"/>
              </a:ext>
            </a:extLst>
          </p:cNvPr>
          <p:cNvSpPr>
            <a:spLocks xmlns:a="http://schemas.openxmlformats.org/drawingml/2006/main" noGrp="1"/>
          </p:cNvSpPr>
          <p:nvPr/>
        </p:nvSpPr>
        <p:spPr>
          <a:xfrm xmlns:a="http://schemas.openxmlformats.org/drawingml/2006/main">
            <a:off x="7048500" y="1714500"/>
            <a:ext cx="1809750" cy="819150"/>
          </a:xfrm>
          <a:prstGeom xmlns:a="http://schemas.openxmlformats.org/drawingml/2006/main" prst="roundRect">
            <a:avLst>
              <a:gd name="adj" fmla="val 9302"/>
            </a:avLst>
          </a:prstGeom>
          <a:solidFill xmlns:a="http://schemas.openxmlformats.org/drawingml/2006/main">
            <a:srgbClr val="FFF4E6"/>
          </a:solidFill>
          <a:ln xmlns:a="http://schemas.openxmlformats.org/drawingml/2006/main" w="0">
            <a:solidFill>
              <a:srgbClr val="FFF4E6"/>
            </a:solidFill>
            <a:prstDash val="solid"/>
          </a:ln>
        </p:spPr>
      </p:sp>
      <p:sp>
        <p:nvSpPr>
          <p:cNvPr id="20" name="">
            <a:extLst xmlns:a="http://schemas.openxmlformats.org/drawingml/2006/main">
              <a:ext uri="{FF2B5EF4-FFF2-40B4-BE49-F238E27FC236}">
                <a16:creationId xmlns:a16="http://schemas.microsoft.com/office/drawing/2014/main" id="{D53075BD-92D3-4939-9D4E-A420D56F2FC3}"/>
              </a:ext>
            </a:extLst>
          </p:cNvPr>
          <p:cNvSpPr>
            <a:spLocks xmlns:a="http://schemas.openxmlformats.org/drawingml/2006/main" noGrp="1"/>
          </p:cNvSpPr>
          <p:nvPr/>
        </p:nvSpPr>
        <p:spPr>
          <a:xfrm xmlns:a="http://schemas.openxmlformats.org/drawingml/2006/main">
            <a:off x="72009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1" name="">
            <a:extLst xmlns:a="http://schemas.openxmlformats.org/drawingml/2006/main">
              <a:ext uri="{FF2B5EF4-FFF2-40B4-BE49-F238E27FC236}">
                <a16:creationId xmlns:a16="http://schemas.microsoft.com/office/drawing/2014/main" id="{99CECC64-75F7-4B25-B9CB-010F838194CC}"/>
              </a:ext>
            </a:extLst>
          </p:cNvPr>
          <p:cNvSpPr>
            <a:spLocks xmlns:a="http://schemas.openxmlformats.org/drawingml/2006/main" noGrp="1"/>
          </p:cNvSpPr>
          <p:nvPr/>
        </p:nvSpPr>
        <p:spPr>
          <a:xfrm xmlns:a="http://schemas.openxmlformats.org/drawingml/2006/main">
            <a:off x="72009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2" name="">
            <a:extLst xmlns:a="http://schemas.openxmlformats.org/drawingml/2006/main">
              <a:ext uri="{FF2B5EF4-FFF2-40B4-BE49-F238E27FC236}">
                <a16:creationId xmlns:a16="http://schemas.microsoft.com/office/drawing/2014/main" id="{1074EF29-C389-489F-B42F-E23B5762337D}"/>
              </a:ext>
            </a:extLst>
          </p:cNvPr>
          <p:cNvSpPr>
            <a:spLocks xmlns:a="http://schemas.openxmlformats.org/drawingml/2006/main" noGrp="1"/>
          </p:cNvSpPr>
          <p:nvPr/>
        </p:nvSpPr>
        <p:spPr>
          <a:xfrm xmlns:a="http://schemas.openxmlformats.org/drawingml/2006/main">
            <a:off x="9144000" y="1714500"/>
            <a:ext cx="1809750" cy="819150"/>
          </a:xfrm>
          <a:prstGeom xmlns:a="http://schemas.openxmlformats.org/drawingml/2006/main" prst="roundRect">
            <a:avLst>
              <a:gd name="adj" fmla="val 9302"/>
            </a:avLst>
          </a:prstGeom>
          <a:solidFill xmlns:a="http://schemas.openxmlformats.org/drawingml/2006/main">
            <a:srgbClr val="FBEDE8"/>
          </a:solidFill>
          <a:ln xmlns:a="http://schemas.openxmlformats.org/drawingml/2006/main" w="0">
            <a:solidFill>
              <a:srgbClr val="FBEDE8"/>
            </a:solidFill>
            <a:prstDash val="solid"/>
          </a:ln>
        </p:spPr>
      </p:sp>
      <p:sp>
        <p:nvSpPr>
          <p:cNvPr id="23" name="">
            <a:extLst xmlns:a="http://schemas.openxmlformats.org/drawingml/2006/main">
              <a:ext uri="{FF2B5EF4-FFF2-40B4-BE49-F238E27FC236}">
                <a16:creationId xmlns:a16="http://schemas.microsoft.com/office/drawing/2014/main" id="{03CC1467-FCD9-4211-AF2B-963A318BB8A5}"/>
              </a:ext>
            </a:extLst>
          </p:cNvPr>
          <p:cNvSpPr>
            <a:spLocks xmlns:a="http://schemas.openxmlformats.org/drawingml/2006/main" noGrp="1"/>
          </p:cNvSpPr>
          <p:nvPr/>
        </p:nvSpPr>
        <p:spPr>
          <a:xfrm xmlns:a="http://schemas.openxmlformats.org/drawingml/2006/main">
            <a:off x="9296400" y="184785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4" name="">
            <a:extLst xmlns:a="http://schemas.openxmlformats.org/drawingml/2006/main">
              <a:ext uri="{FF2B5EF4-FFF2-40B4-BE49-F238E27FC236}">
                <a16:creationId xmlns:a16="http://schemas.microsoft.com/office/drawing/2014/main" id="{B4373DBF-DD50-4979-82E1-DB223C634A2D}"/>
              </a:ext>
            </a:extLst>
          </p:cNvPr>
          <p:cNvSpPr>
            <a:spLocks xmlns:a="http://schemas.openxmlformats.org/drawingml/2006/main" noGrp="1"/>
          </p:cNvSpPr>
          <p:nvPr/>
        </p:nvSpPr>
        <p:spPr>
          <a:xfrm xmlns:a="http://schemas.openxmlformats.org/drawingml/2006/main">
            <a:off x="9296400" y="2209800"/>
            <a:ext cx="1504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5" name="">
            <a:extLst xmlns:a="http://schemas.openxmlformats.org/drawingml/2006/main">
              <a:ext uri="{FF2B5EF4-FFF2-40B4-BE49-F238E27FC236}">
                <a16:creationId xmlns:a16="http://schemas.microsoft.com/office/drawing/2014/main" id="{341AAFD6-23E3-4F47-8CA2-80729FF3D45A}"/>
              </a:ext>
            </a:extLst>
          </p:cNvPr>
          <p:cNvSpPr>
            <a:spLocks xmlns:a="http://schemas.openxmlformats.org/drawingml/2006/main" noGrp="1"/>
          </p:cNvSpPr>
          <p:nvPr/>
        </p:nvSpPr>
        <p:spPr>
          <a:xfrm xmlns:a="http://schemas.openxmlformats.org/drawingml/2006/main">
            <a:off x="933450" y="3238500"/>
            <a:ext cx="285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6" name="">
            <a:extLst xmlns:a="http://schemas.openxmlformats.org/drawingml/2006/main">
              <a:ext uri="{FF2B5EF4-FFF2-40B4-BE49-F238E27FC236}">
                <a16:creationId xmlns:a16="http://schemas.microsoft.com/office/drawing/2014/main" id="{81EF2FC5-44CF-4630-9D17-727D85CA2550}"/>
              </a:ext>
            </a:extLst>
          </p:cNvPr>
          <p:cNvSpPr>
            <a:spLocks xmlns:a="http://schemas.openxmlformats.org/drawingml/2006/main" noGrp="1"/>
          </p:cNvSpPr>
          <p:nvPr/>
        </p:nvSpPr>
        <p:spPr>
          <a:xfrm xmlns:a="http://schemas.openxmlformats.org/drawingml/2006/main">
            <a:off x="1428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27" name="">
            <a:extLst xmlns:a="http://schemas.openxmlformats.org/drawingml/2006/main">
              <a:ext uri="{FF2B5EF4-FFF2-40B4-BE49-F238E27FC236}">
                <a16:creationId xmlns:a16="http://schemas.microsoft.com/office/drawing/2014/main" id="{6EB58D3D-B7D0-41D1-989D-AECD7F4F0412}"/>
              </a:ext>
            </a:extLst>
          </p:cNvPr>
          <p:cNvSpPr>
            <a:spLocks xmlns:a="http://schemas.openxmlformats.org/drawingml/2006/main" noGrp="1"/>
          </p:cNvSpPr>
          <p:nvPr/>
        </p:nvSpPr>
        <p:spPr>
          <a:xfrm xmlns:a="http://schemas.openxmlformats.org/drawingml/2006/main">
            <a:off x="1352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8" name="">
            <a:extLst xmlns:a="http://schemas.openxmlformats.org/drawingml/2006/main">
              <a:ext uri="{FF2B5EF4-FFF2-40B4-BE49-F238E27FC236}">
                <a16:creationId xmlns:a16="http://schemas.microsoft.com/office/drawing/2014/main" id="{951C28BD-CC2C-4F39-B484-5FC7721F48E3}"/>
              </a:ext>
            </a:extLst>
          </p:cNvPr>
          <p:cNvSpPr>
            <a:spLocks xmlns:a="http://schemas.openxmlformats.org/drawingml/2006/main" noGrp="1"/>
          </p:cNvSpPr>
          <p:nvPr/>
        </p:nvSpPr>
        <p:spPr>
          <a:xfrm xmlns:a="http://schemas.openxmlformats.org/drawingml/2006/main" rot="0">
            <a:off x="2190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F4613390-A01E-43B9-9497-C670EE8769CF}"/>
              </a:ext>
            </a:extLst>
          </p:cNvPr>
          <p:cNvSpPr>
            <a:spLocks xmlns:a="http://schemas.openxmlformats.org/drawingml/2006/main" noGrp="1"/>
          </p:cNvSpPr>
          <p:nvPr/>
        </p:nvSpPr>
        <p:spPr>
          <a:xfrm xmlns:a="http://schemas.openxmlformats.org/drawingml/2006/main" rot="5400000">
            <a:off x="3362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36C9A159-7170-4ED7-B9A0-9220B3AD007E}"/>
              </a:ext>
            </a:extLst>
          </p:cNvPr>
          <p:cNvSpPr>
            <a:spLocks xmlns:a="http://schemas.openxmlformats.org/drawingml/2006/main" noGrp="1"/>
          </p:cNvSpPr>
          <p:nvPr/>
        </p:nvSpPr>
        <p:spPr>
          <a:xfrm xmlns:a="http://schemas.openxmlformats.org/drawingml/2006/main">
            <a:off x="1276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1" name="">
            <a:extLst xmlns:a="http://schemas.openxmlformats.org/drawingml/2006/main">
              <a:ext uri="{FF2B5EF4-FFF2-40B4-BE49-F238E27FC236}">
                <a16:creationId xmlns:a16="http://schemas.microsoft.com/office/drawing/2014/main" id="{71D68BFC-BC1A-47A1-BB91-B1723C483E49}"/>
              </a:ext>
            </a:extLst>
          </p:cNvPr>
          <p:cNvSpPr>
            <a:spLocks xmlns:a="http://schemas.openxmlformats.org/drawingml/2006/main" noGrp="1"/>
          </p:cNvSpPr>
          <p:nvPr/>
        </p:nvSpPr>
        <p:spPr>
          <a:xfrm xmlns:a="http://schemas.openxmlformats.org/drawingml/2006/main">
            <a:off x="35242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2" name="">
            <a:extLst xmlns:a="http://schemas.openxmlformats.org/drawingml/2006/main">
              <a:ext uri="{FF2B5EF4-FFF2-40B4-BE49-F238E27FC236}">
                <a16:creationId xmlns:a16="http://schemas.microsoft.com/office/drawing/2014/main" id="{6F4D8825-F345-434B-945A-BAEE206B9C50}"/>
              </a:ext>
            </a:extLst>
          </p:cNvPr>
          <p:cNvSpPr>
            <a:spLocks xmlns:a="http://schemas.openxmlformats.org/drawingml/2006/main" noGrp="1"/>
          </p:cNvSpPr>
          <p:nvPr/>
        </p:nvSpPr>
        <p:spPr>
          <a:xfrm xmlns:a="http://schemas.openxmlformats.org/drawingml/2006/main">
            <a:off x="3448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3" name="">
            <a:extLst xmlns:a="http://schemas.openxmlformats.org/drawingml/2006/main">
              <a:ext uri="{FF2B5EF4-FFF2-40B4-BE49-F238E27FC236}">
                <a16:creationId xmlns:a16="http://schemas.microsoft.com/office/drawing/2014/main" id="{86E9DC5B-E75A-41E8-BD18-EC464AFC3855}"/>
              </a:ext>
            </a:extLst>
          </p:cNvPr>
          <p:cNvSpPr>
            <a:spLocks xmlns:a="http://schemas.openxmlformats.org/drawingml/2006/main" noGrp="1"/>
          </p:cNvSpPr>
          <p:nvPr/>
        </p:nvSpPr>
        <p:spPr>
          <a:xfrm xmlns:a="http://schemas.openxmlformats.org/drawingml/2006/main" rot="0">
            <a:off x="4286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4AD74263-61DC-4952-A711-9A4D50CC4E16}"/>
              </a:ext>
            </a:extLst>
          </p:cNvPr>
          <p:cNvSpPr>
            <a:spLocks xmlns:a="http://schemas.openxmlformats.org/drawingml/2006/main" noGrp="1"/>
          </p:cNvSpPr>
          <p:nvPr/>
        </p:nvSpPr>
        <p:spPr>
          <a:xfrm xmlns:a="http://schemas.openxmlformats.org/drawingml/2006/main" rot="5400000">
            <a:off x="5457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E1FB7F3-B971-4482-A6A0-BE5E032156DD}"/>
              </a:ext>
            </a:extLst>
          </p:cNvPr>
          <p:cNvSpPr>
            <a:spLocks xmlns:a="http://schemas.openxmlformats.org/drawingml/2006/main" noGrp="1"/>
          </p:cNvSpPr>
          <p:nvPr/>
        </p:nvSpPr>
        <p:spPr>
          <a:xfrm xmlns:a="http://schemas.openxmlformats.org/drawingml/2006/main">
            <a:off x="3371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6" name="">
            <a:extLst xmlns:a="http://schemas.openxmlformats.org/drawingml/2006/main">
              <a:ext uri="{FF2B5EF4-FFF2-40B4-BE49-F238E27FC236}">
                <a16:creationId xmlns:a16="http://schemas.microsoft.com/office/drawing/2014/main" id="{CF279000-482A-4D8E-8366-60D904E2773E}"/>
              </a:ext>
            </a:extLst>
          </p:cNvPr>
          <p:cNvSpPr>
            <a:spLocks xmlns:a="http://schemas.openxmlformats.org/drawingml/2006/main" noGrp="1"/>
          </p:cNvSpPr>
          <p:nvPr/>
        </p:nvSpPr>
        <p:spPr>
          <a:xfrm xmlns:a="http://schemas.openxmlformats.org/drawingml/2006/main">
            <a:off x="5619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37" name="">
            <a:extLst xmlns:a="http://schemas.openxmlformats.org/drawingml/2006/main">
              <a:ext uri="{FF2B5EF4-FFF2-40B4-BE49-F238E27FC236}">
                <a16:creationId xmlns:a16="http://schemas.microsoft.com/office/drawing/2014/main" id="{0B02D982-D49B-4572-86E6-26338F247CF0}"/>
              </a:ext>
            </a:extLst>
          </p:cNvPr>
          <p:cNvSpPr>
            <a:spLocks xmlns:a="http://schemas.openxmlformats.org/drawingml/2006/main" noGrp="1"/>
          </p:cNvSpPr>
          <p:nvPr/>
        </p:nvSpPr>
        <p:spPr>
          <a:xfrm xmlns:a="http://schemas.openxmlformats.org/drawingml/2006/main">
            <a:off x="5543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8" name="">
            <a:extLst xmlns:a="http://schemas.openxmlformats.org/drawingml/2006/main">
              <a:ext uri="{FF2B5EF4-FFF2-40B4-BE49-F238E27FC236}">
                <a16:creationId xmlns:a16="http://schemas.microsoft.com/office/drawing/2014/main" id="{011A3A5A-B671-4F79-B7DE-275E97D8DEF7}"/>
              </a:ext>
            </a:extLst>
          </p:cNvPr>
          <p:cNvSpPr>
            <a:spLocks xmlns:a="http://schemas.openxmlformats.org/drawingml/2006/main" noGrp="1"/>
          </p:cNvSpPr>
          <p:nvPr/>
        </p:nvSpPr>
        <p:spPr>
          <a:xfrm xmlns:a="http://schemas.openxmlformats.org/drawingml/2006/main" rot="0">
            <a:off x="63817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FFF8FC79-1661-4736-A0B1-38F8C5CC692C}"/>
              </a:ext>
            </a:extLst>
          </p:cNvPr>
          <p:cNvSpPr>
            <a:spLocks xmlns:a="http://schemas.openxmlformats.org/drawingml/2006/main" noGrp="1"/>
          </p:cNvSpPr>
          <p:nvPr/>
        </p:nvSpPr>
        <p:spPr>
          <a:xfrm xmlns:a="http://schemas.openxmlformats.org/drawingml/2006/main" rot="5400000">
            <a:off x="75533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3D9BB3C-D7FF-438C-A8B5-B68B16147541}"/>
              </a:ext>
            </a:extLst>
          </p:cNvPr>
          <p:cNvSpPr>
            <a:spLocks xmlns:a="http://schemas.openxmlformats.org/drawingml/2006/main" noGrp="1"/>
          </p:cNvSpPr>
          <p:nvPr/>
        </p:nvSpPr>
        <p:spPr>
          <a:xfrm xmlns:a="http://schemas.openxmlformats.org/drawingml/2006/main">
            <a:off x="5467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1" name="">
            <a:extLst xmlns:a="http://schemas.openxmlformats.org/drawingml/2006/main">
              <a:ext uri="{FF2B5EF4-FFF2-40B4-BE49-F238E27FC236}">
                <a16:creationId xmlns:a16="http://schemas.microsoft.com/office/drawing/2014/main" id="{1E5964DE-02FE-46AD-B483-986628110BAC}"/>
              </a:ext>
            </a:extLst>
          </p:cNvPr>
          <p:cNvSpPr>
            <a:spLocks xmlns:a="http://schemas.openxmlformats.org/drawingml/2006/main" noGrp="1"/>
          </p:cNvSpPr>
          <p:nvPr/>
        </p:nvSpPr>
        <p:spPr>
          <a:xfrm xmlns:a="http://schemas.openxmlformats.org/drawingml/2006/main">
            <a:off x="7715250" y="4191000"/>
            <a:ext cx="666750" cy="666750"/>
          </a:xfrm>
          <a:prstGeom xmlns:a="http://schemas.openxmlformats.org/drawingml/2006/main" prst="ellipse">
            <a:avLst/>
          </a:prstGeom>
          <a:solidFill xmlns:a="http://schemas.openxmlformats.org/drawingml/2006/main">
            <a:srgbClr val="FFF4E6"/>
          </a:solidFill>
          <a:ln xmlns:a="http://schemas.openxmlformats.org/drawingml/2006/main" w="19050">
            <a:solidFill>
              <a:srgbClr val="F4B15F"/>
            </a:solidFill>
            <a:prstDash val="solid"/>
          </a:ln>
        </p:spPr>
      </p:sp>
      <p:sp>
        <p:nvSpPr>
          <p:cNvPr id="42" name="">
            <a:extLst xmlns:a="http://schemas.openxmlformats.org/drawingml/2006/main">
              <a:ext uri="{FF2B5EF4-FFF2-40B4-BE49-F238E27FC236}">
                <a16:creationId xmlns:a16="http://schemas.microsoft.com/office/drawing/2014/main" id="{54F5BCC9-6FFE-451C-ACD8-9B258AFD0E53}"/>
              </a:ext>
            </a:extLst>
          </p:cNvPr>
          <p:cNvSpPr>
            <a:spLocks xmlns:a="http://schemas.openxmlformats.org/drawingml/2006/main" noGrp="1"/>
          </p:cNvSpPr>
          <p:nvPr/>
        </p:nvSpPr>
        <p:spPr>
          <a:xfrm xmlns:a="http://schemas.openxmlformats.org/drawingml/2006/main">
            <a:off x="76390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3" name="">
            <a:extLst xmlns:a="http://schemas.openxmlformats.org/drawingml/2006/main">
              <a:ext uri="{FF2B5EF4-FFF2-40B4-BE49-F238E27FC236}">
                <a16:creationId xmlns:a16="http://schemas.microsoft.com/office/drawing/2014/main" id="{5C149819-A455-4E52-9E01-0C055C086C1A}"/>
              </a:ext>
            </a:extLst>
          </p:cNvPr>
          <p:cNvSpPr>
            <a:spLocks xmlns:a="http://schemas.openxmlformats.org/drawingml/2006/main" noGrp="1"/>
          </p:cNvSpPr>
          <p:nvPr/>
        </p:nvSpPr>
        <p:spPr>
          <a:xfrm xmlns:a="http://schemas.openxmlformats.org/drawingml/2006/main" rot="0">
            <a:off x="8477250" y="4514850"/>
            <a:ext cx="12382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71B64E90-01B5-4FD5-91FB-A320A67E7BB2}"/>
              </a:ext>
            </a:extLst>
          </p:cNvPr>
          <p:cNvSpPr>
            <a:spLocks xmlns:a="http://schemas.openxmlformats.org/drawingml/2006/main" noGrp="1"/>
          </p:cNvSpPr>
          <p:nvPr/>
        </p:nvSpPr>
        <p:spPr>
          <a:xfrm xmlns:a="http://schemas.openxmlformats.org/drawingml/2006/main" rot="5400000">
            <a:off x="9648825" y="4476750"/>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8901BEC8-5F44-42B0-AA18-F5836466A153}"/>
              </a:ext>
            </a:extLst>
          </p:cNvPr>
          <p:cNvSpPr>
            <a:spLocks xmlns:a="http://schemas.openxmlformats.org/drawingml/2006/main" noGrp="1"/>
          </p:cNvSpPr>
          <p:nvPr/>
        </p:nvSpPr>
        <p:spPr>
          <a:xfrm xmlns:a="http://schemas.openxmlformats.org/drawingml/2006/main">
            <a:off x="75628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6" name="">
            <a:extLst xmlns:a="http://schemas.openxmlformats.org/drawingml/2006/main">
              <a:ext uri="{FF2B5EF4-FFF2-40B4-BE49-F238E27FC236}">
                <a16:creationId xmlns:a16="http://schemas.microsoft.com/office/drawing/2014/main" id="{2A2CDC7E-4250-4218-9635-1A1E1CD524D6}"/>
              </a:ext>
            </a:extLst>
          </p:cNvPr>
          <p:cNvSpPr>
            <a:spLocks xmlns:a="http://schemas.openxmlformats.org/drawingml/2006/main" noGrp="1"/>
          </p:cNvSpPr>
          <p:nvPr/>
        </p:nvSpPr>
        <p:spPr>
          <a:xfrm xmlns:a="http://schemas.openxmlformats.org/drawingml/2006/main">
            <a:off x="9810750" y="4191000"/>
            <a:ext cx="666750" cy="666750"/>
          </a:xfrm>
          <a:prstGeom xmlns:a="http://schemas.openxmlformats.org/drawingml/2006/main" prst="ellipse">
            <a:avLst/>
          </a:prstGeom>
          <a:solidFill xmlns:a="http://schemas.openxmlformats.org/drawingml/2006/main">
            <a:srgbClr val="E8F1FA"/>
          </a:solidFill>
          <a:ln xmlns:a="http://schemas.openxmlformats.org/drawingml/2006/main" w="19050">
            <a:solidFill>
              <a:srgbClr val="9AC1E6"/>
            </a:solidFill>
            <a:prstDash val="solid"/>
          </a:ln>
        </p:spPr>
      </p:sp>
      <p:sp>
        <p:nvSpPr>
          <p:cNvPr id="47" name="">
            <a:extLst xmlns:a="http://schemas.openxmlformats.org/drawingml/2006/main">
              <a:ext uri="{FF2B5EF4-FFF2-40B4-BE49-F238E27FC236}">
                <a16:creationId xmlns:a16="http://schemas.microsoft.com/office/drawing/2014/main" id="{9E4AAA7E-DCAE-49D8-A150-18A4C9686EC4}"/>
              </a:ext>
            </a:extLst>
          </p:cNvPr>
          <p:cNvSpPr>
            <a:spLocks xmlns:a="http://schemas.openxmlformats.org/drawingml/2006/main" noGrp="1"/>
          </p:cNvSpPr>
          <p:nvPr/>
        </p:nvSpPr>
        <p:spPr>
          <a:xfrm xmlns:a="http://schemas.openxmlformats.org/drawingml/2006/main">
            <a:off x="9734550" y="4457700"/>
            <a:ext cx="8191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8" name="">
            <a:extLst xmlns:a="http://schemas.openxmlformats.org/drawingml/2006/main">
              <a:ext uri="{FF2B5EF4-FFF2-40B4-BE49-F238E27FC236}">
                <a16:creationId xmlns:a16="http://schemas.microsoft.com/office/drawing/2014/main" id="{C43E23B8-3EB8-46DC-A87A-4100E9B1DDA7}"/>
              </a:ext>
            </a:extLst>
          </p:cNvPr>
          <p:cNvSpPr>
            <a:spLocks xmlns:a="http://schemas.openxmlformats.org/drawingml/2006/main" noGrp="1"/>
          </p:cNvSpPr>
          <p:nvPr/>
        </p:nvSpPr>
        <p:spPr>
          <a:xfrm xmlns:a="http://schemas.openxmlformats.org/drawingml/2006/main">
            <a:off x="9658350" y="5000625"/>
            <a:ext cx="971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49" name="">
            <a:extLst xmlns:a="http://schemas.openxmlformats.org/drawingml/2006/main">
              <a:ext uri="{FF2B5EF4-FFF2-40B4-BE49-F238E27FC236}">
                <a16:creationId xmlns:a16="http://schemas.microsoft.com/office/drawing/2014/main" id="{102E9F02-A387-46EE-9000-39073EF64C21}"/>
              </a:ext>
            </a:extLst>
          </p:cNvPr>
          <p:cNvSpPr>
            <a:spLocks xmlns:a="http://schemas.openxmlformats.org/drawingml/2006/main" noGrp="1"/>
          </p:cNvSpPr>
          <p:nvPr/>
        </p:nvSpPr>
        <p:spPr>
          <a:xfrm xmlns:a="http://schemas.openxmlformats.org/drawingml/2006/main">
            <a:off x="933450" y="5314950"/>
            <a:ext cx="10001250" cy="781050"/>
          </a:xfrm>
          <a:prstGeom xmlns:a="http://schemas.openxmlformats.org/drawingml/2006/main" prst="roundRect">
            <a:avLst>
              <a:gd name="adj" fmla="val 9756"/>
            </a:avLst>
          </a:prstGeom>
          <a:solidFill xmlns:a="http://schemas.openxmlformats.org/drawingml/2006/main">
            <a:srgbClr val="F8FAFC"/>
          </a:solidFill>
          <a:ln xmlns:a="http://schemas.openxmlformats.org/drawingml/2006/main" w="9525">
            <a:solidFill>
              <a:srgbClr val="CBD5E1"/>
            </a:solidFill>
            <a:prstDash val="solid"/>
          </a:ln>
        </p:spPr>
      </p:sp>
      <p:sp>
        <p:nvSpPr>
          <p:cNvPr id="50" name="">
            <a:extLst xmlns:a="http://schemas.openxmlformats.org/drawingml/2006/main">
              <a:ext uri="{FF2B5EF4-FFF2-40B4-BE49-F238E27FC236}">
                <a16:creationId xmlns:a16="http://schemas.microsoft.com/office/drawing/2014/main" id="{3AE2C9AF-152F-44EB-B2A4-A4D9791C6E56}"/>
              </a:ext>
            </a:extLst>
          </p:cNvPr>
          <p:cNvSpPr>
            <a:spLocks xmlns:a="http://schemas.openxmlformats.org/drawingml/2006/main" noGrp="1"/>
          </p:cNvSpPr>
          <p:nvPr/>
        </p:nvSpPr>
        <p:spPr>
          <a:xfrm xmlns:a="http://schemas.openxmlformats.org/drawingml/2006/main">
            <a:off x="1104900" y="5486400"/>
            <a:ext cx="9658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1" name="">
            <a:extLst xmlns:a="http://schemas.openxmlformats.org/drawingml/2006/main">
              <a:ext uri="{FF2B5EF4-FFF2-40B4-BE49-F238E27FC236}">
                <a16:creationId xmlns:a16="http://schemas.microsoft.com/office/drawing/2014/main" id="{FA19E29B-65F8-43BA-A7D3-E5DA1AFF69EB}"/>
              </a:ext>
            </a:extLst>
          </p:cNvPr>
          <p:cNvSpPr>
            <a:spLocks xmlns:a="http://schemas.openxmlformats.org/drawingml/2006/main" noGrp="1"/>
          </p:cNvSpPr>
          <p:nvPr/>
        </p:nvSpPr>
        <p:spPr>
          <a:xfrm xmlns:a="http://schemas.openxmlformats.org/drawingml/2006/main">
            <a:off x="1104900" y="5772150"/>
            <a:ext cx="9658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xmlns:p14="http://schemas.microsoft.com/office/powerpoint/2010/main" val="16355530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C3D3EC-BA84-4859-90D6-0C63E3D1EB8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E31F409-8887-491C-B469-4E5FA6B646E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0DC3EF6-E169-4E1A-A6CC-0931AF88AE91}"/>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4" name="">
            <a:extLst xmlns:a="http://schemas.openxmlformats.org/drawingml/2006/main">
              <a:ext uri="{FF2B5EF4-FFF2-40B4-BE49-F238E27FC236}">
                <a16:creationId xmlns:a16="http://schemas.microsoft.com/office/drawing/2014/main" id="{5BC67F22-D05B-455E-B2D4-CA44A35D584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5" name="">
            <a:extLst xmlns:a="http://schemas.openxmlformats.org/drawingml/2006/main">
              <a:ext uri="{FF2B5EF4-FFF2-40B4-BE49-F238E27FC236}">
                <a16:creationId xmlns:a16="http://schemas.microsoft.com/office/drawing/2014/main" id="{FCCA7C7E-E93F-4788-9D31-839CFFE090EF}"/>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6" name="">
            <a:extLst xmlns:a="http://schemas.openxmlformats.org/drawingml/2006/main">
              <a:ext uri="{FF2B5EF4-FFF2-40B4-BE49-F238E27FC236}">
                <a16:creationId xmlns:a16="http://schemas.microsoft.com/office/drawing/2014/main" id="{A93316A8-D932-425D-A832-ADD89310A0B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5F2A103-1ECD-43FF-A5E7-B2B1C573AB7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C1BB26D-7146-4526-8DF4-442345FB400E}"/>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DD792E08-2C20-4B1D-AAA2-F4F5F478D84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0" name="">
            <a:extLst xmlns:a="http://schemas.openxmlformats.org/drawingml/2006/main">
              <a:ext uri="{FF2B5EF4-FFF2-40B4-BE49-F238E27FC236}">
                <a16:creationId xmlns:a16="http://schemas.microsoft.com/office/drawing/2014/main" id="{85F0ACD7-73AA-4C63-B90A-D7CE8613C99B}"/>
              </a:ext>
            </a:extLst>
          </p:cNvPr>
          <p:cNvSpPr>
            <a:spLocks xmlns:a="http://schemas.openxmlformats.org/drawingml/2006/main" noGrp="1"/>
          </p:cNvSpPr>
          <p:nvPr/>
        </p:nvSpPr>
        <p:spPr>
          <a:xfrm xmlns:a="http://schemas.openxmlformats.org/drawingml/2006/main">
            <a:off x="6667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1" name="">
            <a:extLst xmlns:a="http://schemas.openxmlformats.org/drawingml/2006/main">
              <a:ext uri="{FF2B5EF4-FFF2-40B4-BE49-F238E27FC236}">
                <a16:creationId xmlns:a16="http://schemas.microsoft.com/office/drawing/2014/main" id="{E829A0E5-5D9E-461B-878A-C85897EC51DE}"/>
              </a:ext>
            </a:extLst>
          </p:cNvPr>
          <p:cNvSpPr>
            <a:spLocks xmlns:a="http://schemas.openxmlformats.org/drawingml/2006/main" noGrp="1"/>
          </p:cNvSpPr>
          <p:nvPr/>
        </p:nvSpPr>
        <p:spPr>
          <a:xfrm xmlns:a="http://schemas.openxmlformats.org/drawingml/2006/main">
            <a:off x="8191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BB03713-F84E-46BC-846A-1427FA56C522}"/>
              </a:ext>
            </a:extLst>
          </p:cNvPr>
          <p:cNvSpPr>
            <a:spLocks xmlns:a="http://schemas.openxmlformats.org/drawingml/2006/main" noGrp="1"/>
          </p:cNvSpPr>
          <p:nvPr/>
        </p:nvSpPr>
        <p:spPr>
          <a:xfrm xmlns:a="http://schemas.openxmlformats.org/drawingml/2006/main">
            <a:off x="8191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3" name="">
            <a:extLst xmlns:a="http://schemas.openxmlformats.org/drawingml/2006/main">
              <a:ext uri="{FF2B5EF4-FFF2-40B4-BE49-F238E27FC236}">
                <a16:creationId xmlns:a16="http://schemas.microsoft.com/office/drawing/2014/main" id="{6558C7E8-887D-48FF-8C69-371F06EE5965}"/>
              </a:ext>
            </a:extLst>
          </p:cNvPr>
          <p:cNvSpPr>
            <a:spLocks xmlns:a="http://schemas.openxmlformats.org/drawingml/2006/main" noGrp="1"/>
          </p:cNvSpPr>
          <p:nvPr/>
        </p:nvSpPr>
        <p:spPr>
          <a:xfrm xmlns:a="http://schemas.openxmlformats.org/drawingml/2006/main">
            <a:off x="12192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4" name="">
            <a:extLst xmlns:a="http://schemas.openxmlformats.org/drawingml/2006/main">
              <a:ext uri="{FF2B5EF4-FFF2-40B4-BE49-F238E27FC236}">
                <a16:creationId xmlns:a16="http://schemas.microsoft.com/office/drawing/2014/main" id="{9F7C1BBF-42F2-4496-8FE4-16FC888B5DFA}"/>
              </a:ext>
            </a:extLst>
          </p:cNvPr>
          <p:cNvSpPr>
            <a:spLocks xmlns:a="http://schemas.openxmlformats.org/drawingml/2006/main" noGrp="1"/>
          </p:cNvSpPr>
          <p:nvPr/>
        </p:nvSpPr>
        <p:spPr>
          <a:xfrm xmlns:a="http://schemas.openxmlformats.org/drawingml/2006/main">
            <a:off x="12192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5" name="">
            <a:extLst xmlns:a="http://schemas.openxmlformats.org/drawingml/2006/main">
              <a:ext uri="{FF2B5EF4-FFF2-40B4-BE49-F238E27FC236}">
                <a16:creationId xmlns:a16="http://schemas.microsoft.com/office/drawing/2014/main" id="{A2867D8C-8A69-492D-9B97-257A9606E3EF}"/>
              </a:ext>
            </a:extLst>
          </p:cNvPr>
          <p:cNvSpPr>
            <a:spLocks xmlns:a="http://schemas.openxmlformats.org/drawingml/2006/main" noGrp="1"/>
          </p:cNvSpPr>
          <p:nvPr/>
        </p:nvSpPr>
        <p:spPr>
          <a:xfrm xmlns:a="http://schemas.openxmlformats.org/drawingml/2006/main">
            <a:off x="8382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6" name="">
            <a:extLst xmlns:a="http://schemas.openxmlformats.org/drawingml/2006/main">
              <a:ext uri="{FF2B5EF4-FFF2-40B4-BE49-F238E27FC236}">
                <a16:creationId xmlns:a16="http://schemas.microsoft.com/office/drawing/2014/main" id="{B6BD4EE4-5B07-4AB2-BDF3-5566AE199F91}"/>
              </a:ext>
            </a:extLst>
          </p:cNvPr>
          <p:cNvSpPr>
            <a:spLocks xmlns:a="http://schemas.openxmlformats.org/drawingml/2006/main" noGrp="1"/>
          </p:cNvSpPr>
          <p:nvPr/>
        </p:nvSpPr>
        <p:spPr>
          <a:xfrm xmlns:a="http://schemas.openxmlformats.org/drawingml/2006/main" rot="0">
            <a:off x="39814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A56DAFC-F709-4203-AB0D-76B02444DB11}"/>
              </a:ext>
            </a:extLst>
          </p:cNvPr>
          <p:cNvSpPr>
            <a:spLocks xmlns:a="http://schemas.openxmlformats.org/drawingml/2006/main" noGrp="1"/>
          </p:cNvSpPr>
          <p:nvPr/>
        </p:nvSpPr>
        <p:spPr>
          <a:xfrm xmlns:a="http://schemas.openxmlformats.org/drawingml/2006/main" rot="5400000">
            <a:off x="42386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21F3711-A247-4944-9B85-C9969A684D83}"/>
              </a:ext>
            </a:extLst>
          </p:cNvPr>
          <p:cNvSpPr>
            <a:spLocks xmlns:a="http://schemas.openxmlformats.org/drawingml/2006/main" noGrp="1"/>
          </p:cNvSpPr>
          <p:nvPr/>
        </p:nvSpPr>
        <p:spPr>
          <a:xfrm xmlns:a="http://schemas.openxmlformats.org/drawingml/2006/main">
            <a:off x="4400550" y="1581150"/>
            <a:ext cx="3276600" cy="1066800"/>
          </a:xfrm>
          <a:prstGeom xmlns:a="http://schemas.openxmlformats.org/drawingml/2006/main" prst="roundRect">
            <a:avLst>
              <a:gd name="adj" fmla="val 7143"/>
            </a:avLst>
          </a:prstGeom>
          <a:solidFill xmlns:a="http://schemas.openxmlformats.org/drawingml/2006/main">
            <a:srgbClr val="FFF4E6"/>
          </a:solidFill>
          <a:ln xmlns:a="http://schemas.openxmlformats.org/drawingml/2006/main" w="9525">
            <a:solidFill>
              <a:srgbClr val="D8DEE8"/>
            </a:solidFill>
            <a:prstDash val="solid"/>
          </a:ln>
        </p:spPr>
      </p:sp>
      <p:sp>
        <p:nvSpPr>
          <p:cNvPr id="19" name="">
            <a:extLst xmlns:a="http://schemas.openxmlformats.org/drawingml/2006/main">
              <a:ext uri="{FF2B5EF4-FFF2-40B4-BE49-F238E27FC236}">
                <a16:creationId xmlns:a16="http://schemas.microsoft.com/office/drawing/2014/main" id="{6B7179AF-7689-472E-8A6E-090EC47A6BD4}"/>
              </a:ext>
            </a:extLst>
          </p:cNvPr>
          <p:cNvSpPr>
            <a:spLocks xmlns:a="http://schemas.openxmlformats.org/drawingml/2006/main" noGrp="1"/>
          </p:cNvSpPr>
          <p:nvPr/>
        </p:nvSpPr>
        <p:spPr>
          <a:xfrm xmlns:a="http://schemas.openxmlformats.org/drawingml/2006/main">
            <a:off x="45529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34A5153-4073-43E6-9399-6C3F76143E5D}"/>
              </a:ext>
            </a:extLst>
          </p:cNvPr>
          <p:cNvSpPr>
            <a:spLocks xmlns:a="http://schemas.openxmlformats.org/drawingml/2006/main" noGrp="1"/>
          </p:cNvSpPr>
          <p:nvPr/>
        </p:nvSpPr>
        <p:spPr>
          <a:xfrm xmlns:a="http://schemas.openxmlformats.org/drawingml/2006/main">
            <a:off x="45529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D7A0A4C5-12DC-431B-A356-E2E5F3DB7484}"/>
              </a:ext>
            </a:extLst>
          </p:cNvPr>
          <p:cNvSpPr>
            <a:spLocks xmlns:a="http://schemas.openxmlformats.org/drawingml/2006/main" noGrp="1"/>
          </p:cNvSpPr>
          <p:nvPr/>
        </p:nvSpPr>
        <p:spPr>
          <a:xfrm xmlns:a="http://schemas.openxmlformats.org/drawingml/2006/main">
            <a:off x="49530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2" name="">
            <a:extLst xmlns:a="http://schemas.openxmlformats.org/drawingml/2006/main">
              <a:ext uri="{FF2B5EF4-FFF2-40B4-BE49-F238E27FC236}">
                <a16:creationId xmlns:a16="http://schemas.microsoft.com/office/drawing/2014/main" id="{C8979BE0-A105-41B1-A652-0D0519147B81}"/>
              </a:ext>
            </a:extLst>
          </p:cNvPr>
          <p:cNvSpPr>
            <a:spLocks xmlns:a="http://schemas.openxmlformats.org/drawingml/2006/main" noGrp="1"/>
          </p:cNvSpPr>
          <p:nvPr/>
        </p:nvSpPr>
        <p:spPr>
          <a:xfrm xmlns:a="http://schemas.openxmlformats.org/drawingml/2006/main">
            <a:off x="49530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3" name="">
            <a:extLst xmlns:a="http://schemas.openxmlformats.org/drawingml/2006/main">
              <a:ext uri="{FF2B5EF4-FFF2-40B4-BE49-F238E27FC236}">
                <a16:creationId xmlns:a16="http://schemas.microsoft.com/office/drawing/2014/main" id="{A29CEDDC-8367-45F4-99E5-E29A05C7ABB3}"/>
              </a:ext>
            </a:extLst>
          </p:cNvPr>
          <p:cNvSpPr>
            <a:spLocks xmlns:a="http://schemas.openxmlformats.org/drawingml/2006/main" noGrp="1"/>
          </p:cNvSpPr>
          <p:nvPr/>
        </p:nvSpPr>
        <p:spPr>
          <a:xfrm xmlns:a="http://schemas.openxmlformats.org/drawingml/2006/main">
            <a:off x="45720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4" name="">
            <a:extLst xmlns:a="http://schemas.openxmlformats.org/drawingml/2006/main">
              <a:ext uri="{FF2B5EF4-FFF2-40B4-BE49-F238E27FC236}">
                <a16:creationId xmlns:a16="http://schemas.microsoft.com/office/drawing/2014/main" id="{AA85E932-7F72-4A0D-9A6C-D4643712449C}"/>
              </a:ext>
            </a:extLst>
          </p:cNvPr>
          <p:cNvSpPr>
            <a:spLocks xmlns:a="http://schemas.openxmlformats.org/drawingml/2006/main" noGrp="1"/>
          </p:cNvSpPr>
          <p:nvPr/>
        </p:nvSpPr>
        <p:spPr>
          <a:xfrm xmlns:a="http://schemas.openxmlformats.org/drawingml/2006/main" rot="0">
            <a:off x="7715250" y="21050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B5C140A-DFCA-46E8-AB58-E94D3CB724C0}"/>
              </a:ext>
            </a:extLst>
          </p:cNvPr>
          <p:cNvSpPr>
            <a:spLocks xmlns:a="http://schemas.openxmlformats.org/drawingml/2006/main" noGrp="1"/>
          </p:cNvSpPr>
          <p:nvPr/>
        </p:nvSpPr>
        <p:spPr>
          <a:xfrm xmlns:a="http://schemas.openxmlformats.org/drawingml/2006/main" rot="5400000">
            <a:off x="7972425" y="20669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55DE37F1-1B26-47B2-B5E5-CBDB7F3BB2E5}"/>
              </a:ext>
            </a:extLst>
          </p:cNvPr>
          <p:cNvSpPr>
            <a:spLocks xmlns:a="http://schemas.openxmlformats.org/drawingml/2006/main" noGrp="1"/>
          </p:cNvSpPr>
          <p:nvPr/>
        </p:nvSpPr>
        <p:spPr>
          <a:xfrm xmlns:a="http://schemas.openxmlformats.org/drawingml/2006/main">
            <a:off x="8134350" y="158115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27" name="">
            <a:extLst xmlns:a="http://schemas.openxmlformats.org/drawingml/2006/main">
              <a:ext uri="{FF2B5EF4-FFF2-40B4-BE49-F238E27FC236}">
                <a16:creationId xmlns:a16="http://schemas.microsoft.com/office/drawing/2014/main" id="{B1147D3D-AEFC-452A-B63D-A2DF64EE261D}"/>
              </a:ext>
            </a:extLst>
          </p:cNvPr>
          <p:cNvSpPr>
            <a:spLocks xmlns:a="http://schemas.openxmlformats.org/drawingml/2006/main" noGrp="1"/>
          </p:cNvSpPr>
          <p:nvPr/>
        </p:nvSpPr>
        <p:spPr>
          <a:xfrm xmlns:a="http://schemas.openxmlformats.org/drawingml/2006/main">
            <a:off x="8286750" y="17526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374C58A-2972-45F3-AD9D-9249132D65E7}"/>
              </a:ext>
            </a:extLst>
          </p:cNvPr>
          <p:cNvSpPr>
            <a:spLocks xmlns:a="http://schemas.openxmlformats.org/drawingml/2006/main" noGrp="1"/>
          </p:cNvSpPr>
          <p:nvPr/>
        </p:nvSpPr>
        <p:spPr>
          <a:xfrm xmlns:a="http://schemas.openxmlformats.org/drawingml/2006/main">
            <a:off x="8286750" y="18097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29" name="">
            <a:extLst xmlns:a="http://schemas.openxmlformats.org/drawingml/2006/main">
              <a:ext uri="{FF2B5EF4-FFF2-40B4-BE49-F238E27FC236}">
                <a16:creationId xmlns:a16="http://schemas.microsoft.com/office/drawing/2014/main" id="{9B5653B7-22FB-4C54-97EB-2A3BE4CAC2B8}"/>
              </a:ext>
            </a:extLst>
          </p:cNvPr>
          <p:cNvSpPr>
            <a:spLocks xmlns:a="http://schemas.openxmlformats.org/drawingml/2006/main" noGrp="1"/>
          </p:cNvSpPr>
          <p:nvPr/>
        </p:nvSpPr>
        <p:spPr>
          <a:xfrm xmlns:a="http://schemas.openxmlformats.org/drawingml/2006/main">
            <a:off x="8686800" y="17240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0" name="">
            <a:extLst xmlns:a="http://schemas.openxmlformats.org/drawingml/2006/main">
              <a:ext uri="{FF2B5EF4-FFF2-40B4-BE49-F238E27FC236}">
                <a16:creationId xmlns:a16="http://schemas.microsoft.com/office/drawing/2014/main" id="{A89A1032-DF36-44E6-889B-F7A1B04D0FEF}"/>
              </a:ext>
            </a:extLst>
          </p:cNvPr>
          <p:cNvSpPr>
            <a:spLocks xmlns:a="http://schemas.openxmlformats.org/drawingml/2006/main" noGrp="1"/>
          </p:cNvSpPr>
          <p:nvPr/>
        </p:nvSpPr>
        <p:spPr>
          <a:xfrm xmlns:a="http://schemas.openxmlformats.org/drawingml/2006/main">
            <a:off x="8686800" y="19431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1" name="">
            <a:extLst xmlns:a="http://schemas.openxmlformats.org/drawingml/2006/main">
              <a:ext uri="{FF2B5EF4-FFF2-40B4-BE49-F238E27FC236}">
                <a16:creationId xmlns:a16="http://schemas.microsoft.com/office/drawing/2014/main" id="{51ABF07C-DAFA-4A87-96EC-41A2C5343C5B}"/>
              </a:ext>
            </a:extLst>
          </p:cNvPr>
          <p:cNvSpPr>
            <a:spLocks xmlns:a="http://schemas.openxmlformats.org/drawingml/2006/main" noGrp="1"/>
          </p:cNvSpPr>
          <p:nvPr/>
        </p:nvSpPr>
        <p:spPr>
          <a:xfrm xmlns:a="http://schemas.openxmlformats.org/drawingml/2006/main">
            <a:off x="8305800" y="21907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2" name="">
            <a:extLst xmlns:a="http://schemas.openxmlformats.org/drawingml/2006/main">
              <a:ext uri="{FF2B5EF4-FFF2-40B4-BE49-F238E27FC236}">
                <a16:creationId xmlns:a16="http://schemas.microsoft.com/office/drawing/2014/main" id="{1053F832-5ED8-4F6F-8DAD-29802A67D8B1}"/>
              </a:ext>
            </a:extLst>
          </p:cNvPr>
          <p:cNvSpPr>
            <a:spLocks xmlns:a="http://schemas.openxmlformats.org/drawingml/2006/main" noGrp="1"/>
          </p:cNvSpPr>
          <p:nvPr/>
        </p:nvSpPr>
        <p:spPr>
          <a:xfrm xmlns:a="http://schemas.openxmlformats.org/drawingml/2006/main">
            <a:off x="6667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33" name="">
            <a:extLst xmlns:a="http://schemas.openxmlformats.org/drawingml/2006/main">
              <a:ext uri="{FF2B5EF4-FFF2-40B4-BE49-F238E27FC236}">
                <a16:creationId xmlns:a16="http://schemas.microsoft.com/office/drawing/2014/main" id="{F4236143-DA23-4469-86FD-16ED9D35CB0A}"/>
              </a:ext>
            </a:extLst>
          </p:cNvPr>
          <p:cNvSpPr>
            <a:spLocks xmlns:a="http://schemas.openxmlformats.org/drawingml/2006/main" noGrp="1"/>
          </p:cNvSpPr>
          <p:nvPr/>
        </p:nvSpPr>
        <p:spPr>
          <a:xfrm xmlns:a="http://schemas.openxmlformats.org/drawingml/2006/main">
            <a:off x="8191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1CBDBC0-E779-48DE-AAF8-16679FDB533E}"/>
              </a:ext>
            </a:extLst>
          </p:cNvPr>
          <p:cNvSpPr>
            <a:spLocks xmlns:a="http://schemas.openxmlformats.org/drawingml/2006/main" noGrp="1"/>
          </p:cNvSpPr>
          <p:nvPr/>
        </p:nvSpPr>
        <p:spPr>
          <a:xfrm xmlns:a="http://schemas.openxmlformats.org/drawingml/2006/main">
            <a:off x="8191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5" name="">
            <a:extLst xmlns:a="http://schemas.openxmlformats.org/drawingml/2006/main">
              <a:ext uri="{FF2B5EF4-FFF2-40B4-BE49-F238E27FC236}">
                <a16:creationId xmlns:a16="http://schemas.microsoft.com/office/drawing/2014/main" id="{5690DD54-7E1B-4183-913F-7B7995333860}"/>
              </a:ext>
            </a:extLst>
          </p:cNvPr>
          <p:cNvSpPr>
            <a:spLocks xmlns:a="http://schemas.openxmlformats.org/drawingml/2006/main" noGrp="1"/>
          </p:cNvSpPr>
          <p:nvPr/>
        </p:nvSpPr>
        <p:spPr>
          <a:xfrm xmlns:a="http://schemas.openxmlformats.org/drawingml/2006/main">
            <a:off x="12192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6" name="">
            <a:extLst xmlns:a="http://schemas.openxmlformats.org/drawingml/2006/main">
              <a:ext uri="{FF2B5EF4-FFF2-40B4-BE49-F238E27FC236}">
                <a16:creationId xmlns:a16="http://schemas.microsoft.com/office/drawing/2014/main" id="{3A88D2F2-C5E2-4AF3-BB80-CEE2513D51F3}"/>
              </a:ext>
            </a:extLst>
          </p:cNvPr>
          <p:cNvSpPr>
            <a:spLocks xmlns:a="http://schemas.openxmlformats.org/drawingml/2006/main" noGrp="1"/>
          </p:cNvSpPr>
          <p:nvPr/>
        </p:nvSpPr>
        <p:spPr>
          <a:xfrm xmlns:a="http://schemas.openxmlformats.org/drawingml/2006/main">
            <a:off x="12192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7" name="">
            <a:extLst xmlns:a="http://schemas.openxmlformats.org/drawingml/2006/main">
              <a:ext uri="{FF2B5EF4-FFF2-40B4-BE49-F238E27FC236}">
                <a16:creationId xmlns:a16="http://schemas.microsoft.com/office/drawing/2014/main" id="{5F6C9244-0F43-4CF2-BB0C-54EE1BF5F94E}"/>
              </a:ext>
            </a:extLst>
          </p:cNvPr>
          <p:cNvSpPr>
            <a:spLocks xmlns:a="http://schemas.openxmlformats.org/drawingml/2006/main" noGrp="1"/>
          </p:cNvSpPr>
          <p:nvPr/>
        </p:nvSpPr>
        <p:spPr>
          <a:xfrm xmlns:a="http://schemas.openxmlformats.org/drawingml/2006/main">
            <a:off x="8382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8" name="">
            <a:extLst xmlns:a="http://schemas.openxmlformats.org/drawingml/2006/main">
              <a:ext uri="{FF2B5EF4-FFF2-40B4-BE49-F238E27FC236}">
                <a16:creationId xmlns:a16="http://schemas.microsoft.com/office/drawing/2014/main" id="{91C09C35-5668-4762-957D-93E57F6188E0}"/>
              </a:ext>
            </a:extLst>
          </p:cNvPr>
          <p:cNvSpPr>
            <a:spLocks xmlns:a="http://schemas.openxmlformats.org/drawingml/2006/main" noGrp="1"/>
          </p:cNvSpPr>
          <p:nvPr/>
        </p:nvSpPr>
        <p:spPr>
          <a:xfrm xmlns:a="http://schemas.openxmlformats.org/drawingml/2006/main" rot="0">
            <a:off x="39814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0733DC71-8700-46C6-9A4F-C3CFB1D3F11A}"/>
              </a:ext>
            </a:extLst>
          </p:cNvPr>
          <p:cNvSpPr>
            <a:spLocks xmlns:a="http://schemas.openxmlformats.org/drawingml/2006/main" noGrp="1"/>
          </p:cNvSpPr>
          <p:nvPr/>
        </p:nvSpPr>
        <p:spPr>
          <a:xfrm xmlns:a="http://schemas.openxmlformats.org/drawingml/2006/main" rot="5400000">
            <a:off x="42386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FBC22E10-936E-4825-90FA-35C511A9747F}"/>
              </a:ext>
            </a:extLst>
          </p:cNvPr>
          <p:cNvSpPr>
            <a:spLocks xmlns:a="http://schemas.openxmlformats.org/drawingml/2006/main" noGrp="1"/>
          </p:cNvSpPr>
          <p:nvPr/>
        </p:nvSpPr>
        <p:spPr>
          <a:xfrm xmlns:a="http://schemas.openxmlformats.org/drawingml/2006/main">
            <a:off x="44005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1" name="">
            <a:extLst xmlns:a="http://schemas.openxmlformats.org/drawingml/2006/main">
              <a:ext uri="{FF2B5EF4-FFF2-40B4-BE49-F238E27FC236}">
                <a16:creationId xmlns:a16="http://schemas.microsoft.com/office/drawing/2014/main" id="{8248E24B-F11D-4454-989F-21503F616DB7}"/>
              </a:ext>
            </a:extLst>
          </p:cNvPr>
          <p:cNvSpPr>
            <a:spLocks xmlns:a="http://schemas.openxmlformats.org/drawingml/2006/main" noGrp="1"/>
          </p:cNvSpPr>
          <p:nvPr/>
        </p:nvSpPr>
        <p:spPr>
          <a:xfrm xmlns:a="http://schemas.openxmlformats.org/drawingml/2006/main">
            <a:off x="45529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1F9ECFCE-2B8E-4D4B-8687-BB5655FF5E05}"/>
              </a:ext>
            </a:extLst>
          </p:cNvPr>
          <p:cNvSpPr>
            <a:spLocks xmlns:a="http://schemas.openxmlformats.org/drawingml/2006/main" noGrp="1"/>
          </p:cNvSpPr>
          <p:nvPr/>
        </p:nvSpPr>
        <p:spPr>
          <a:xfrm xmlns:a="http://schemas.openxmlformats.org/drawingml/2006/main">
            <a:off x="45529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3" name="">
            <a:extLst xmlns:a="http://schemas.openxmlformats.org/drawingml/2006/main">
              <a:ext uri="{FF2B5EF4-FFF2-40B4-BE49-F238E27FC236}">
                <a16:creationId xmlns:a16="http://schemas.microsoft.com/office/drawing/2014/main" id="{5E8F941D-882B-46B9-9B54-24A8A88C9EFD}"/>
              </a:ext>
            </a:extLst>
          </p:cNvPr>
          <p:cNvSpPr>
            <a:spLocks xmlns:a="http://schemas.openxmlformats.org/drawingml/2006/main" noGrp="1"/>
          </p:cNvSpPr>
          <p:nvPr/>
        </p:nvSpPr>
        <p:spPr>
          <a:xfrm xmlns:a="http://schemas.openxmlformats.org/drawingml/2006/main">
            <a:off x="49530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4" name="">
            <a:extLst xmlns:a="http://schemas.openxmlformats.org/drawingml/2006/main">
              <a:ext uri="{FF2B5EF4-FFF2-40B4-BE49-F238E27FC236}">
                <a16:creationId xmlns:a16="http://schemas.microsoft.com/office/drawing/2014/main" id="{BCA7DD82-50FE-4B73-A28C-B128536FCCB1}"/>
              </a:ext>
            </a:extLst>
          </p:cNvPr>
          <p:cNvSpPr>
            <a:spLocks xmlns:a="http://schemas.openxmlformats.org/drawingml/2006/main" noGrp="1"/>
          </p:cNvSpPr>
          <p:nvPr/>
        </p:nvSpPr>
        <p:spPr>
          <a:xfrm xmlns:a="http://schemas.openxmlformats.org/drawingml/2006/main">
            <a:off x="49530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5" name="">
            <a:extLst xmlns:a="http://schemas.openxmlformats.org/drawingml/2006/main">
              <a:ext uri="{FF2B5EF4-FFF2-40B4-BE49-F238E27FC236}">
                <a16:creationId xmlns:a16="http://schemas.microsoft.com/office/drawing/2014/main" id="{87682C52-5DCF-4F43-AB2B-1D56193D8AC0}"/>
              </a:ext>
            </a:extLst>
          </p:cNvPr>
          <p:cNvSpPr>
            <a:spLocks xmlns:a="http://schemas.openxmlformats.org/drawingml/2006/main" noGrp="1"/>
          </p:cNvSpPr>
          <p:nvPr/>
        </p:nvSpPr>
        <p:spPr>
          <a:xfrm xmlns:a="http://schemas.openxmlformats.org/drawingml/2006/main">
            <a:off x="45720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6" name="">
            <a:extLst xmlns:a="http://schemas.openxmlformats.org/drawingml/2006/main">
              <a:ext uri="{FF2B5EF4-FFF2-40B4-BE49-F238E27FC236}">
                <a16:creationId xmlns:a16="http://schemas.microsoft.com/office/drawing/2014/main" id="{9E887F7C-E250-4352-A691-ECDFC1B04D27}"/>
              </a:ext>
            </a:extLst>
          </p:cNvPr>
          <p:cNvSpPr>
            <a:spLocks xmlns:a="http://schemas.openxmlformats.org/drawingml/2006/main" noGrp="1"/>
          </p:cNvSpPr>
          <p:nvPr/>
        </p:nvSpPr>
        <p:spPr>
          <a:xfrm xmlns:a="http://schemas.openxmlformats.org/drawingml/2006/main" rot="0">
            <a:off x="7715250" y="360997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8FB678C8-152C-4133-943D-059D924C031E}"/>
              </a:ext>
            </a:extLst>
          </p:cNvPr>
          <p:cNvSpPr>
            <a:spLocks xmlns:a="http://schemas.openxmlformats.org/drawingml/2006/main" noGrp="1"/>
          </p:cNvSpPr>
          <p:nvPr/>
        </p:nvSpPr>
        <p:spPr>
          <a:xfrm xmlns:a="http://schemas.openxmlformats.org/drawingml/2006/main" rot="5400000">
            <a:off x="7972425" y="35718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7874A0B3-7733-4511-BC04-7FD2AA939E0E}"/>
              </a:ext>
            </a:extLst>
          </p:cNvPr>
          <p:cNvSpPr>
            <a:spLocks xmlns:a="http://schemas.openxmlformats.org/drawingml/2006/main" noGrp="1"/>
          </p:cNvSpPr>
          <p:nvPr/>
        </p:nvSpPr>
        <p:spPr>
          <a:xfrm xmlns:a="http://schemas.openxmlformats.org/drawingml/2006/main">
            <a:off x="8134350" y="3086100"/>
            <a:ext cx="3276600" cy="1066800"/>
          </a:xfrm>
          <a:prstGeom xmlns:a="http://schemas.openxmlformats.org/drawingml/2006/main" prst="roundRect">
            <a:avLst>
              <a:gd name="adj" fmla="val 7143"/>
            </a:avLst>
          </a:prstGeom>
          <a:solidFill xmlns:a="http://schemas.openxmlformats.org/drawingml/2006/main">
            <a:srgbClr val="E8F1FA"/>
          </a:solidFill>
          <a:ln xmlns:a="http://schemas.openxmlformats.org/drawingml/2006/main" w="9525">
            <a:solidFill>
              <a:srgbClr val="D8DEE8"/>
            </a:solidFill>
            <a:prstDash val="solid"/>
          </a:ln>
        </p:spPr>
      </p:sp>
      <p:sp>
        <p:nvSpPr>
          <p:cNvPr id="49" name="">
            <a:extLst xmlns:a="http://schemas.openxmlformats.org/drawingml/2006/main">
              <a:ext uri="{FF2B5EF4-FFF2-40B4-BE49-F238E27FC236}">
                <a16:creationId xmlns:a16="http://schemas.microsoft.com/office/drawing/2014/main" id="{B325E5B4-C2F1-4E81-8CBF-FC687F8BA443}"/>
              </a:ext>
            </a:extLst>
          </p:cNvPr>
          <p:cNvSpPr>
            <a:spLocks xmlns:a="http://schemas.openxmlformats.org/drawingml/2006/main" noGrp="1"/>
          </p:cNvSpPr>
          <p:nvPr/>
        </p:nvSpPr>
        <p:spPr>
          <a:xfrm xmlns:a="http://schemas.openxmlformats.org/drawingml/2006/main">
            <a:off x="8286750" y="325755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A2D520C2-75F5-4A90-A5FC-1CB8C60EF4B5}"/>
              </a:ext>
            </a:extLst>
          </p:cNvPr>
          <p:cNvSpPr>
            <a:spLocks xmlns:a="http://schemas.openxmlformats.org/drawingml/2006/main" noGrp="1"/>
          </p:cNvSpPr>
          <p:nvPr/>
        </p:nvSpPr>
        <p:spPr>
          <a:xfrm xmlns:a="http://schemas.openxmlformats.org/drawingml/2006/main">
            <a:off x="8286750" y="331470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1" name="">
            <a:extLst xmlns:a="http://schemas.openxmlformats.org/drawingml/2006/main">
              <a:ext uri="{FF2B5EF4-FFF2-40B4-BE49-F238E27FC236}">
                <a16:creationId xmlns:a16="http://schemas.microsoft.com/office/drawing/2014/main" id="{038B5F82-8C45-4E6C-A5E7-4340BCBF55BB}"/>
              </a:ext>
            </a:extLst>
          </p:cNvPr>
          <p:cNvSpPr>
            <a:spLocks xmlns:a="http://schemas.openxmlformats.org/drawingml/2006/main" noGrp="1"/>
          </p:cNvSpPr>
          <p:nvPr/>
        </p:nvSpPr>
        <p:spPr>
          <a:xfrm xmlns:a="http://schemas.openxmlformats.org/drawingml/2006/main">
            <a:off x="8686800" y="322897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2" name="">
            <a:extLst xmlns:a="http://schemas.openxmlformats.org/drawingml/2006/main">
              <a:ext uri="{FF2B5EF4-FFF2-40B4-BE49-F238E27FC236}">
                <a16:creationId xmlns:a16="http://schemas.microsoft.com/office/drawing/2014/main" id="{DCB03BC9-C506-4EAB-8919-CCC9242C2291}"/>
              </a:ext>
            </a:extLst>
          </p:cNvPr>
          <p:cNvSpPr>
            <a:spLocks xmlns:a="http://schemas.openxmlformats.org/drawingml/2006/main" noGrp="1"/>
          </p:cNvSpPr>
          <p:nvPr/>
        </p:nvSpPr>
        <p:spPr>
          <a:xfrm xmlns:a="http://schemas.openxmlformats.org/drawingml/2006/main">
            <a:off x="8686800" y="344805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3" name="">
            <a:extLst xmlns:a="http://schemas.openxmlformats.org/drawingml/2006/main">
              <a:ext uri="{FF2B5EF4-FFF2-40B4-BE49-F238E27FC236}">
                <a16:creationId xmlns:a16="http://schemas.microsoft.com/office/drawing/2014/main" id="{249A949C-7C1C-4AD9-9459-B81DDBB8267C}"/>
              </a:ext>
            </a:extLst>
          </p:cNvPr>
          <p:cNvSpPr>
            <a:spLocks xmlns:a="http://schemas.openxmlformats.org/drawingml/2006/main" noGrp="1"/>
          </p:cNvSpPr>
          <p:nvPr/>
        </p:nvSpPr>
        <p:spPr>
          <a:xfrm xmlns:a="http://schemas.openxmlformats.org/drawingml/2006/main">
            <a:off x="8305800" y="369570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4" name="">
            <a:extLst xmlns:a="http://schemas.openxmlformats.org/drawingml/2006/main">
              <a:ext uri="{FF2B5EF4-FFF2-40B4-BE49-F238E27FC236}">
                <a16:creationId xmlns:a16="http://schemas.microsoft.com/office/drawing/2014/main" id="{95E32E10-2116-41AA-A6EF-C3F1702D5899}"/>
              </a:ext>
            </a:extLst>
          </p:cNvPr>
          <p:cNvSpPr>
            <a:spLocks xmlns:a="http://schemas.openxmlformats.org/drawingml/2006/main" noGrp="1"/>
          </p:cNvSpPr>
          <p:nvPr/>
        </p:nvSpPr>
        <p:spPr>
          <a:xfrm xmlns:a="http://schemas.openxmlformats.org/drawingml/2006/main">
            <a:off x="6667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55" name="">
            <a:extLst xmlns:a="http://schemas.openxmlformats.org/drawingml/2006/main">
              <a:ext uri="{FF2B5EF4-FFF2-40B4-BE49-F238E27FC236}">
                <a16:creationId xmlns:a16="http://schemas.microsoft.com/office/drawing/2014/main" id="{0D652840-CCB5-4AF7-B680-4EFC207A7A0B}"/>
              </a:ext>
            </a:extLst>
          </p:cNvPr>
          <p:cNvSpPr>
            <a:spLocks xmlns:a="http://schemas.openxmlformats.org/drawingml/2006/main" noGrp="1"/>
          </p:cNvSpPr>
          <p:nvPr/>
        </p:nvSpPr>
        <p:spPr>
          <a:xfrm xmlns:a="http://schemas.openxmlformats.org/drawingml/2006/main">
            <a:off x="8191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672699D1-CA7A-4817-8BB8-1C37F016E05D}"/>
              </a:ext>
            </a:extLst>
          </p:cNvPr>
          <p:cNvSpPr>
            <a:spLocks xmlns:a="http://schemas.openxmlformats.org/drawingml/2006/main" noGrp="1"/>
          </p:cNvSpPr>
          <p:nvPr/>
        </p:nvSpPr>
        <p:spPr>
          <a:xfrm xmlns:a="http://schemas.openxmlformats.org/drawingml/2006/main">
            <a:off x="8191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7" name="">
            <a:extLst xmlns:a="http://schemas.openxmlformats.org/drawingml/2006/main">
              <a:ext uri="{FF2B5EF4-FFF2-40B4-BE49-F238E27FC236}">
                <a16:creationId xmlns:a16="http://schemas.microsoft.com/office/drawing/2014/main" id="{A4A69640-137C-4DA5-9CB4-4DAB7DEE090D}"/>
              </a:ext>
            </a:extLst>
          </p:cNvPr>
          <p:cNvSpPr>
            <a:spLocks xmlns:a="http://schemas.openxmlformats.org/drawingml/2006/main" noGrp="1"/>
          </p:cNvSpPr>
          <p:nvPr/>
        </p:nvSpPr>
        <p:spPr>
          <a:xfrm xmlns:a="http://schemas.openxmlformats.org/drawingml/2006/main">
            <a:off x="12192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8" name="">
            <a:extLst xmlns:a="http://schemas.openxmlformats.org/drawingml/2006/main">
              <a:ext uri="{FF2B5EF4-FFF2-40B4-BE49-F238E27FC236}">
                <a16:creationId xmlns:a16="http://schemas.microsoft.com/office/drawing/2014/main" id="{DA499DEE-6CB9-40B6-B0DB-63B90E1028B4}"/>
              </a:ext>
            </a:extLst>
          </p:cNvPr>
          <p:cNvSpPr>
            <a:spLocks xmlns:a="http://schemas.openxmlformats.org/drawingml/2006/main" noGrp="1"/>
          </p:cNvSpPr>
          <p:nvPr/>
        </p:nvSpPr>
        <p:spPr>
          <a:xfrm xmlns:a="http://schemas.openxmlformats.org/drawingml/2006/main">
            <a:off x="12192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59" name="">
            <a:extLst xmlns:a="http://schemas.openxmlformats.org/drawingml/2006/main">
              <a:ext uri="{FF2B5EF4-FFF2-40B4-BE49-F238E27FC236}">
                <a16:creationId xmlns:a16="http://schemas.microsoft.com/office/drawing/2014/main" id="{A9F79A7E-109D-4947-AA45-401ED035DA02}"/>
              </a:ext>
            </a:extLst>
          </p:cNvPr>
          <p:cNvSpPr>
            <a:spLocks xmlns:a="http://schemas.openxmlformats.org/drawingml/2006/main" noGrp="1"/>
          </p:cNvSpPr>
          <p:nvPr/>
        </p:nvSpPr>
        <p:spPr>
          <a:xfrm xmlns:a="http://schemas.openxmlformats.org/drawingml/2006/main">
            <a:off x="8382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0" name="">
            <a:extLst xmlns:a="http://schemas.openxmlformats.org/drawingml/2006/main">
              <a:ext uri="{FF2B5EF4-FFF2-40B4-BE49-F238E27FC236}">
                <a16:creationId xmlns:a16="http://schemas.microsoft.com/office/drawing/2014/main" id="{2CBB5212-8790-480B-B4E0-E2C60ECAC878}"/>
              </a:ext>
            </a:extLst>
          </p:cNvPr>
          <p:cNvSpPr>
            <a:spLocks xmlns:a="http://schemas.openxmlformats.org/drawingml/2006/main" noGrp="1"/>
          </p:cNvSpPr>
          <p:nvPr/>
        </p:nvSpPr>
        <p:spPr>
          <a:xfrm xmlns:a="http://schemas.openxmlformats.org/drawingml/2006/main" rot="0">
            <a:off x="39814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B2D2CFFB-3862-440E-B925-BF8DCC4B0DA9}"/>
              </a:ext>
            </a:extLst>
          </p:cNvPr>
          <p:cNvSpPr>
            <a:spLocks xmlns:a="http://schemas.openxmlformats.org/drawingml/2006/main" noGrp="1"/>
          </p:cNvSpPr>
          <p:nvPr/>
        </p:nvSpPr>
        <p:spPr>
          <a:xfrm xmlns:a="http://schemas.openxmlformats.org/drawingml/2006/main" rot="5400000">
            <a:off x="42386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FE7719B5-A26E-40D1-ABBF-958DB1CA0A82}"/>
              </a:ext>
            </a:extLst>
          </p:cNvPr>
          <p:cNvSpPr>
            <a:spLocks xmlns:a="http://schemas.openxmlformats.org/drawingml/2006/main" noGrp="1"/>
          </p:cNvSpPr>
          <p:nvPr/>
        </p:nvSpPr>
        <p:spPr>
          <a:xfrm xmlns:a="http://schemas.openxmlformats.org/drawingml/2006/main">
            <a:off x="4400550" y="4591050"/>
            <a:ext cx="3276600" cy="1066800"/>
          </a:xfrm>
          <a:prstGeom xmlns:a="http://schemas.openxmlformats.org/drawingml/2006/main" prst="roundRect">
            <a:avLst>
              <a:gd name="adj" fmla="val 7143"/>
            </a:avLst>
          </a:prstGeom>
          <a:solidFill xmlns:a="http://schemas.openxmlformats.org/drawingml/2006/main">
            <a:srgbClr val="EAF7EF"/>
          </a:solidFill>
          <a:ln xmlns:a="http://schemas.openxmlformats.org/drawingml/2006/main" w="9525">
            <a:solidFill>
              <a:srgbClr val="D8DEE8"/>
            </a:solidFill>
            <a:prstDash val="solid"/>
          </a:ln>
        </p:spPr>
      </p:sp>
      <p:sp>
        <p:nvSpPr>
          <p:cNvPr id="63" name="">
            <a:extLst xmlns:a="http://schemas.openxmlformats.org/drawingml/2006/main">
              <a:ext uri="{FF2B5EF4-FFF2-40B4-BE49-F238E27FC236}">
                <a16:creationId xmlns:a16="http://schemas.microsoft.com/office/drawing/2014/main" id="{29297A66-3973-4C42-8F2E-A607F9F140E9}"/>
              </a:ext>
            </a:extLst>
          </p:cNvPr>
          <p:cNvSpPr>
            <a:spLocks xmlns:a="http://schemas.openxmlformats.org/drawingml/2006/main" noGrp="1"/>
          </p:cNvSpPr>
          <p:nvPr/>
        </p:nvSpPr>
        <p:spPr>
          <a:xfrm xmlns:a="http://schemas.openxmlformats.org/drawingml/2006/main">
            <a:off x="45529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5905514F-10A0-4FD1-9826-788BEF802C2A}"/>
              </a:ext>
            </a:extLst>
          </p:cNvPr>
          <p:cNvSpPr>
            <a:spLocks xmlns:a="http://schemas.openxmlformats.org/drawingml/2006/main" noGrp="1"/>
          </p:cNvSpPr>
          <p:nvPr/>
        </p:nvSpPr>
        <p:spPr>
          <a:xfrm xmlns:a="http://schemas.openxmlformats.org/drawingml/2006/main">
            <a:off x="45529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5" name="">
            <a:extLst xmlns:a="http://schemas.openxmlformats.org/drawingml/2006/main">
              <a:ext uri="{FF2B5EF4-FFF2-40B4-BE49-F238E27FC236}">
                <a16:creationId xmlns:a16="http://schemas.microsoft.com/office/drawing/2014/main" id="{AE5BC333-7284-44F8-AF60-1E9CAB79A5EA}"/>
              </a:ext>
            </a:extLst>
          </p:cNvPr>
          <p:cNvSpPr>
            <a:spLocks xmlns:a="http://schemas.openxmlformats.org/drawingml/2006/main" noGrp="1"/>
          </p:cNvSpPr>
          <p:nvPr/>
        </p:nvSpPr>
        <p:spPr>
          <a:xfrm xmlns:a="http://schemas.openxmlformats.org/drawingml/2006/main">
            <a:off x="49530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6" name="">
            <a:extLst xmlns:a="http://schemas.openxmlformats.org/drawingml/2006/main">
              <a:ext uri="{FF2B5EF4-FFF2-40B4-BE49-F238E27FC236}">
                <a16:creationId xmlns:a16="http://schemas.microsoft.com/office/drawing/2014/main" id="{F507F774-88C8-4247-BF9E-1E9FF1F08B99}"/>
              </a:ext>
            </a:extLst>
          </p:cNvPr>
          <p:cNvSpPr>
            <a:spLocks xmlns:a="http://schemas.openxmlformats.org/drawingml/2006/main" noGrp="1"/>
          </p:cNvSpPr>
          <p:nvPr/>
        </p:nvSpPr>
        <p:spPr>
          <a:xfrm xmlns:a="http://schemas.openxmlformats.org/drawingml/2006/main">
            <a:off x="49530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7" name="">
            <a:extLst xmlns:a="http://schemas.openxmlformats.org/drawingml/2006/main">
              <a:ext uri="{FF2B5EF4-FFF2-40B4-BE49-F238E27FC236}">
                <a16:creationId xmlns:a16="http://schemas.microsoft.com/office/drawing/2014/main" id="{5B3D5CFF-077B-4DD5-AA86-9D8DC19AF765}"/>
              </a:ext>
            </a:extLst>
          </p:cNvPr>
          <p:cNvSpPr>
            <a:spLocks xmlns:a="http://schemas.openxmlformats.org/drawingml/2006/main" noGrp="1"/>
          </p:cNvSpPr>
          <p:nvPr/>
        </p:nvSpPr>
        <p:spPr>
          <a:xfrm xmlns:a="http://schemas.openxmlformats.org/drawingml/2006/main">
            <a:off x="45720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8" name="">
            <a:extLst xmlns:a="http://schemas.openxmlformats.org/drawingml/2006/main">
              <a:ext uri="{FF2B5EF4-FFF2-40B4-BE49-F238E27FC236}">
                <a16:creationId xmlns:a16="http://schemas.microsoft.com/office/drawing/2014/main" id="{EB810836-3E60-4073-871C-96F3C0B23085}"/>
              </a:ext>
            </a:extLst>
          </p:cNvPr>
          <p:cNvSpPr>
            <a:spLocks xmlns:a="http://schemas.openxmlformats.org/drawingml/2006/main" noGrp="1"/>
          </p:cNvSpPr>
          <p:nvPr/>
        </p:nvSpPr>
        <p:spPr>
          <a:xfrm xmlns:a="http://schemas.openxmlformats.org/drawingml/2006/main" rot="0">
            <a:off x="7715250" y="5114925"/>
            <a:ext cx="3238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A0C17F0F-D7A4-4482-8B5F-FD61311E5A25}"/>
              </a:ext>
            </a:extLst>
          </p:cNvPr>
          <p:cNvSpPr>
            <a:spLocks xmlns:a="http://schemas.openxmlformats.org/drawingml/2006/main" noGrp="1"/>
          </p:cNvSpPr>
          <p:nvPr/>
        </p:nvSpPr>
        <p:spPr>
          <a:xfrm xmlns:a="http://schemas.openxmlformats.org/drawingml/2006/main" rot="5400000">
            <a:off x="7972425" y="50768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4A28E4E3-FB48-4B47-B25B-90D2F5625671}"/>
              </a:ext>
            </a:extLst>
          </p:cNvPr>
          <p:cNvSpPr>
            <a:spLocks xmlns:a="http://schemas.openxmlformats.org/drawingml/2006/main" noGrp="1"/>
          </p:cNvSpPr>
          <p:nvPr/>
        </p:nvSpPr>
        <p:spPr>
          <a:xfrm xmlns:a="http://schemas.openxmlformats.org/drawingml/2006/main">
            <a:off x="8134350" y="4591050"/>
            <a:ext cx="3276600" cy="1066800"/>
          </a:xfrm>
          <a:prstGeom xmlns:a="http://schemas.openxmlformats.org/drawingml/2006/main" prst="roundRect">
            <a:avLst>
              <a:gd name="adj" fmla="val 7143"/>
            </a:avLst>
          </a:prstGeom>
          <a:solidFill xmlns:a="http://schemas.openxmlformats.org/drawingml/2006/main">
            <a:srgbClr val="EEF3F8"/>
          </a:solidFill>
          <a:ln xmlns:a="http://schemas.openxmlformats.org/drawingml/2006/main" w="9525">
            <a:solidFill>
              <a:srgbClr val="D8DEE8"/>
            </a:solidFill>
            <a:prstDash val="solid"/>
          </a:ln>
        </p:spPr>
      </p:sp>
      <p:sp>
        <p:nvSpPr>
          <p:cNvPr id="71" name="">
            <a:extLst xmlns:a="http://schemas.openxmlformats.org/drawingml/2006/main">
              <a:ext uri="{FF2B5EF4-FFF2-40B4-BE49-F238E27FC236}">
                <a16:creationId xmlns:a16="http://schemas.microsoft.com/office/drawing/2014/main" id="{A8744E0F-39E1-45A1-98A7-2119C5AD357F}"/>
              </a:ext>
            </a:extLst>
          </p:cNvPr>
          <p:cNvSpPr>
            <a:spLocks xmlns:a="http://schemas.openxmlformats.org/drawingml/2006/main" noGrp="1"/>
          </p:cNvSpPr>
          <p:nvPr/>
        </p:nvSpPr>
        <p:spPr>
          <a:xfrm xmlns:a="http://schemas.openxmlformats.org/drawingml/2006/main">
            <a:off x="8286750" y="4762500"/>
            <a:ext cx="285750" cy="285750"/>
          </a:xfrm>
          <a:prstGeom xmlns:a="http://schemas.openxmlformats.org/drawingml/2006/main" prst="ellipse">
            <a:avLst/>
          </a:prstGeom>
          <a:solidFill xmlns:a="http://schemas.openxmlformats.org/drawingml/2006/main">
            <a:srgbClr val="111827"/>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86C2E81C-F30B-450A-8C32-B509B1947152}"/>
              </a:ext>
            </a:extLst>
          </p:cNvPr>
          <p:cNvSpPr>
            <a:spLocks xmlns:a="http://schemas.openxmlformats.org/drawingml/2006/main" noGrp="1"/>
          </p:cNvSpPr>
          <p:nvPr/>
        </p:nvSpPr>
        <p:spPr>
          <a:xfrm xmlns:a="http://schemas.openxmlformats.org/drawingml/2006/main">
            <a:off x="8286750" y="4819650"/>
            <a:ext cx="285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3" name="">
            <a:extLst xmlns:a="http://schemas.openxmlformats.org/drawingml/2006/main">
              <a:ext uri="{FF2B5EF4-FFF2-40B4-BE49-F238E27FC236}">
                <a16:creationId xmlns:a16="http://schemas.microsoft.com/office/drawing/2014/main" id="{01AD7AFB-C1F3-4E34-9F5A-455001962F79}"/>
              </a:ext>
            </a:extLst>
          </p:cNvPr>
          <p:cNvSpPr>
            <a:spLocks xmlns:a="http://schemas.openxmlformats.org/drawingml/2006/main" noGrp="1"/>
          </p:cNvSpPr>
          <p:nvPr/>
        </p:nvSpPr>
        <p:spPr>
          <a:xfrm xmlns:a="http://schemas.openxmlformats.org/drawingml/2006/main">
            <a:off x="8686800" y="4733925"/>
            <a:ext cx="2476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4" name="">
            <a:extLst xmlns:a="http://schemas.openxmlformats.org/drawingml/2006/main">
              <a:ext uri="{FF2B5EF4-FFF2-40B4-BE49-F238E27FC236}">
                <a16:creationId xmlns:a16="http://schemas.microsoft.com/office/drawing/2014/main" id="{717AE9F0-9EC5-4210-97D4-E6A5C375B747}"/>
              </a:ext>
            </a:extLst>
          </p:cNvPr>
          <p:cNvSpPr>
            <a:spLocks xmlns:a="http://schemas.openxmlformats.org/drawingml/2006/main" noGrp="1"/>
          </p:cNvSpPr>
          <p:nvPr/>
        </p:nvSpPr>
        <p:spPr>
          <a:xfrm xmlns:a="http://schemas.openxmlformats.org/drawingml/2006/main">
            <a:off x="8686800" y="4953000"/>
            <a:ext cx="2476500" cy="142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5" name="">
            <a:extLst xmlns:a="http://schemas.openxmlformats.org/drawingml/2006/main">
              <a:ext uri="{FF2B5EF4-FFF2-40B4-BE49-F238E27FC236}">
                <a16:creationId xmlns:a16="http://schemas.microsoft.com/office/drawing/2014/main" id="{203EE4CE-F802-4796-9A58-C19BE8D074AD}"/>
              </a:ext>
            </a:extLst>
          </p:cNvPr>
          <p:cNvSpPr>
            <a:spLocks xmlns:a="http://schemas.openxmlformats.org/drawingml/2006/main" noGrp="1"/>
          </p:cNvSpPr>
          <p:nvPr/>
        </p:nvSpPr>
        <p:spPr>
          <a:xfrm xmlns:a="http://schemas.openxmlformats.org/drawingml/2006/main">
            <a:off x="8305800" y="5200650"/>
            <a:ext cx="293370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xmlns:p14="http://schemas.microsoft.com/office/powerpoint/2010/main" val="17799230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D2C14E-9AE4-4BA2-B7F6-3FD8D377B4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8C0FDB0-0E6E-4196-8C67-0C7EC1D829A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9C57574-A303-41CC-9D59-92E0F201BE18}"/>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4" name="">
            <a:extLst xmlns:a="http://schemas.openxmlformats.org/drawingml/2006/main">
              <a:ext uri="{FF2B5EF4-FFF2-40B4-BE49-F238E27FC236}">
                <a16:creationId xmlns:a16="http://schemas.microsoft.com/office/drawing/2014/main" id="{143CE569-E45F-4990-AF7E-0CF504A00644}"/>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VF features: genes, curated modules, and longitudinal similarity</a:t>
            </a:r>
          </a:p>
        </p:txBody>
      </p:sp>
      <p:sp>
        <p:nvSpPr>
          <p:cNvPr id="5" name="">
            <a:extLst xmlns:a="http://schemas.openxmlformats.org/drawingml/2006/main">
              <a:ext uri="{FF2B5EF4-FFF2-40B4-BE49-F238E27FC236}">
                <a16:creationId xmlns:a16="http://schemas.microsoft.com/office/drawing/2014/main" id="{38501755-27D9-4454-BADA-B021E36D7880}"/>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6" name="">
            <a:extLst xmlns:a="http://schemas.openxmlformats.org/drawingml/2006/main">
              <a:ext uri="{FF2B5EF4-FFF2-40B4-BE49-F238E27FC236}">
                <a16:creationId xmlns:a16="http://schemas.microsoft.com/office/drawing/2014/main" id="{5D8B6591-CB0A-4E38-AF4B-581AD8F6F115}"/>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AB5D76A-2E92-408F-BC70-CA1DEA4C068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C8E07A7-101C-4420-ABCB-CCE9795BE80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338CB821-B6B9-4898-82A3-F11DBA8099A9}"/>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0" name="">
            <a:extLst xmlns:a="http://schemas.openxmlformats.org/drawingml/2006/main">
              <a:ext uri="{FF2B5EF4-FFF2-40B4-BE49-F238E27FC236}">
                <a16:creationId xmlns:a16="http://schemas.microsoft.com/office/drawing/2014/main" id="{096C1DF2-2786-46FB-B8BB-4168EE0E8AE7}"/>
              </a:ext>
            </a:extLst>
          </p:cNvPr>
          <p:cNvSpPr>
            <a:spLocks xmlns:a="http://schemas.openxmlformats.org/drawingml/2006/main" noGrp="1"/>
          </p:cNvSpPr>
          <p:nvPr/>
        </p:nvSpPr>
        <p:spPr>
          <a:xfrm xmlns:a="http://schemas.openxmlformats.org/drawingml/2006/main">
            <a:off x="704850" y="1752600"/>
            <a:ext cx="2667000" cy="1333500"/>
          </a:xfrm>
          <a:prstGeom xmlns:a="http://schemas.openxmlformats.org/drawingml/2006/main" prst="roundRect">
            <a:avLst>
              <a:gd name="adj" fmla="val 5714"/>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C8EBA6DD-CB22-4C7F-A8A1-C74C958E6D26}"/>
              </a:ext>
            </a:extLst>
          </p:cNvPr>
          <p:cNvSpPr>
            <a:spLocks xmlns:a="http://schemas.openxmlformats.org/drawingml/2006/main" noGrp="1"/>
          </p:cNvSpPr>
          <p:nvPr/>
        </p:nvSpPr>
        <p:spPr>
          <a:xfrm xmlns:a="http://schemas.openxmlformats.org/drawingml/2006/main">
            <a:off x="8763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2" name="">
            <a:extLst xmlns:a="http://schemas.openxmlformats.org/drawingml/2006/main">
              <a:ext uri="{FF2B5EF4-FFF2-40B4-BE49-F238E27FC236}">
                <a16:creationId xmlns:a16="http://schemas.microsoft.com/office/drawing/2014/main" id="{10AAB92E-C841-4231-A31C-C37105533883}"/>
              </a:ext>
            </a:extLst>
          </p:cNvPr>
          <p:cNvSpPr>
            <a:spLocks xmlns:a="http://schemas.openxmlformats.org/drawingml/2006/main" noGrp="1"/>
          </p:cNvSpPr>
          <p:nvPr/>
        </p:nvSpPr>
        <p:spPr>
          <a:xfrm xmlns:a="http://schemas.openxmlformats.org/drawingml/2006/main">
            <a:off x="8763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3" name="">
            <a:extLst xmlns:a="http://schemas.openxmlformats.org/drawingml/2006/main">
              <a:ext uri="{FF2B5EF4-FFF2-40B4-BE49-F238E27FC236}">
                <a16:creationId xmlns:a16="http://schemas.microsoft.com/office/drawing/2014/main" id="{B0FFB972-5EE4-4A5E-989C-F9BB411C3E88}"/>
              </a:ext>
            </a:extLst>
          </p:cNvPr>
          <p:cNvSpPr>
            <a:spLocks xmlns:a="http://schemas.openxmlformats.org/drawingml/2006/main" noGrp="1"/>
          </p:cNvSpPr>
          <p:nvPr/>
        </p:nvSpPr>
        <p:spPr>
          <a:xfrm xmlns:a="http://schemas.openxmlformats.org/drawingml/2006/main">
            <a:off x="4762500" y="1752600"/>
            <a:ext cx="2667000" cy="1333500"/>
          </a:xfrm>
          <a:prstGeom xmlns:a="http://schemas.openxmlformats.org/drawingml/2006/main" prst="roundRect">
            <a:avLst>
              <a:gd name="adj" fmla="val 5714"/>
            </a:avLst>
          </a:prstGeom>
          <a:solidFill xmlns:a="http://schemas.openxmlformats.org/drawingml/2006/main">
            <a:srgbClr val="EAF7EF"/>
          </a:solidFill>
          <a:ln xmlns:a="http://schemas.openxmlformats.org/drawingml/2006/main" w="9525">
            <a:solidFill>
              <a:srgbClr val="BCE4C9"/>
            </a:solidFill>
            <a:prstDash val="solid"/>
          </a:ln>
        </p:spPr>
      </p:sp>
      <p:sp>
        <p:nvSpPr>
          <p:cNvPr id="14" name="">
            <a:extLst xmlns:a="http://schemas.openxmlformats.org/drawingml/2006/main">
              <a:ext uri="{FF2B5EF4-FFF2-40B4-BE49-F238E27FC236}">
                <a16:creationId xmlns:a16="http://schemas.microsoft.com/office/drawing/2014/main" id="{C91BBF0B-A7A5-44E7-A2A1-EE017AF08FE3}"/>
              </a:ext>
            </a:extLst>
          </p:cNvPr>
          <p:cNvSpPr>
            <a:spLocks xmlns:a="http://schemas.openxmlformats.org/drawingml/2006/main" noGrp="1"/>
          </p:cNvSpPr>
          <p:nvPr/>
        </p:nvSpPr>
        <p:spPr>
          <a:xfrm xmlns:a="http://schemas.openxmlformats.org/drawingml/2006/main">
            <a:off x="493395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5" name="">
            <a:extLst xmlns:a="http://schemas.openxmlformats.org/drawingml/2006/main">
              <a:ext uri="{FF2B5EF4-FFF2-40B4-BE49-F238E27FC236}">
                <a16:creationId xmlns:a16="http://schemas.microsoft.com/office/drawing/2014/main" id="{45BC731D-987B-45DA-808F-6F50C1295968}"/>
              </a:ext>
            </a:extLst>
          </p:cNvPr>
          <p:cNvSpPr>
            <a:spLocks xmlns:a="http://schemas.openxmlformats.org/drawingml/2006/main" noGrp="1"/>
          </p:cNvSpPr>
          <p:nvPr/>
        </p:nvSpPr>
        <p:spPr>
          <a:xfrm xmlns:a="http://schemas.openxmlformats.org/drawingml/2006/main">
            <a:off x="493395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6" name="">
            <a:extLst xmlns:a="http://schemas.openxmlformats.org/drawingml/2006/main">
              <a:ext uri="{FF2B5EF4-FFF2-40B4-BE49-F238E27FC236}">
                <a16:creationId xmlns:a16="http://schemas.microsoft.com/office/drawing/2014/main" id="{D53036D4-C4BE-4AFF-A27E-1F7C5E8D7831}"/>
              </a:ext>
            </a:extLst>
          </p:cNvPr>
          <p:cNvSpPr>
            <a:spLocks xmlns:a="http://schemas.openxmlformats.org/drawingml/2006/main" noGrp="1"/>
          </p:cNvSpPr>
          <p:nvPr/>
        </p:nvSpPr>
        <p:spPr>
          <a:xfrm xmlns:a="http://schemas.openxmlformats.org/drawingml/2006/main">
            <a:off x="8820150" y="1752600"/>
            <a:ext cx="2667000" cy="1333500"/>
          </a:xfrm>
          <a:prstGeom xmlns:a="http://schemas.openxmlformats.org/drawingml/2006/main" prst="roundRect">
            <a:avLst>
              <a:gd name="adj" fmla="val 5714"/>
            </a:avLst>
          </a:prstGeom>
          <a:solidFill xmlns:a="http://schemas.openxmlformats.org/drawingml/2006/main">
            <a:srgbClr val="FFF4E6"/>
          </a:solidFill>
          <a:ln xmlns:a="http://schemas.openxmlformats.org/drawingml/2006/main" w="9525">
            <a:solidFill>
              <a:srgbClr val="F4C98A"/>
            </a:solidFill>
            <a:prstDash val="solid"/>
          </a:ln>
        </p:spPr>
      </p:sp>
      <p:sp>
        <p:nvSpPr>
          <p:cNvPr id="17" name="">
            <a:extLst xmlns:a="http://schemas.openxmlformats.org/drawingml/2006/main">
              <a:ext uri="{FF2B5EF4-FFF2-40B4-BE49-F238E27FC236}">
                <a16:creationId xmlns:a16="http://schemas.microsoft.com/office/drawing/2014/main" id="{ECDDF54D-CDD5-4F28-9548-769075044394}"/>
              </a:ext>
            </a:extLst>
          </p:cNvPr>
          <p:cNvSpPr>
            <a:spLocks xmlns:a="http://schemas.openxmlformats.org/drawingml/2006/main" noGrp="1"/>
          </p:cNvSpPr>
          <p:nvPr/>
        </p:nvSpPr>
        <p:spPr>
          <a:xfrm xmlns:a="http://schemas.openxmlformats.org/drawingml/2006/main">
            <a:off x="8991600" y="1924050"/>
            <a:ext cx="2324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8" name="">
            <a:extLst xmlns:a="http://schemas.openxmlformats.org/drawingml/2006/main">
              <a:ext uri="{FF2B5EF4-FFF2-40B4-BE49-F238E27FC236}">
                <a16:creationId xmlns:a16="http://schemas.microsoft.com/office/drawing/2014/main" id="{815E192D-756A-4442-BC8E-0A37DFFFC984}"/>
              </a:ext>
            </a:extLst>
          </p:cNvPr>
          <p:cNvSpPr>
            <a:spLocks xmlns:a="http://schemas.openxmlformats.org/drawingml/2006/main" noGrp="1"/>
          </p:cNvSpPr>
          <p:nvPr/>
        </p:nvSpPr>
        <p:spPr>
          <a:xfrm xmlns:a="http://schemas.openxmlformats.org/drawingml/2006/main">
            <a:off x="8991600" y="2209800"/>
            <a:ext cx="23241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19" name="">
            <a:extLst xmlns:a="http://schemas.openxmlformats.org/drawingml/2006/main">
              <a:ext uri="{FF2B5EF4-FFF2-40B4-BE49-F238E27FC236}">
                <a16:creationId xmlns:a16="http://schemas.microsoft.com/office/drawing/2014/main" id="{2E3713AF-7A03-4925-BBFF-C56296C13F21}"/>
              </a:ext>
            </a:extLst>
          </p:cNvPr>
          <p:cNvSpPr>
            <a:spLocks xmlns:a="http://schemas.openxmlformats.org/drawingml/2006/main" noGrp="1"/>
          </p:cNvSpPr>
          <p:nvPr/>
        </p:nvSpPr>
        <p:spPr>
          <a:xfrm xmlns:a="http://schemas.openxmlformats.org/drawingml/2006/main" rot="0">
            <a:off x="350520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06699289-C5C8-46D9-9B61-F79EA1E38B58}"/>
              </a:ext>
            </a:extLst>
          </p:cNvPr>
          <p:cNvSpPr>
            <a:spLocks xmlns:a="http://schemas.openxmlformats.org/drawingml/2006/main" noGrp="1"/>
          </p:cNvSpPr>
          <p:nvPr/>
        </p:nvSpPr>
        <p:spPr>
          <a:xfrm xmlns:a="http://schemas.openxmlformats.org/drawingml/2006/main" rot="5400000">
            <a:off x="456247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9EB13EFE-0A0C-42C0-A87B-DC306B3A41EC}"/>
              </a:ext>
            </a:extLst>
          </p:cNvPr>
          <p:cNvSpPr>
            <a:spLocks xmlns:a="http://schemas.openxmlformats.org/drawingml/2006/main" noGrp="1"/>
          </p:cNvSpPr>
          <p:nvPr/>
        </p:nvSpPr>
        <p:spPr>
          <a:xfrm xmlns:a="http://schemas.openxmlformats.org/drawingml/2006/main" rot="0">
            <a:off x="7562850" y="2390775"/>
            <a:ext cx="112395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9CF6FB0-1610-4417-9812-E06D083B5445}"/>
              </a:ext>
            </a:extLst>
          </p:cNvPr>
          <p:cNvSpPr>
            <a:spLocks xmlns:a="http://schemas.openxmlformats.org/drawingml/2006/main" noGrp="1"/>
          </p:cNvSpPr>
          <p:nvPr/>
        </p:nvSpPr>
        <p:spPr>
          <a:xfrm xmlns:a="http://schemas.openxmlformats.org/drawingml/2006/main" rot="5400000">
            <a:off x="8620125" y="235267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D3A5D21-2656-4FF5-9E8C-D5FE26D8B079}"/>
              </a:ext>
            </a:extLst>
          </p:cNvPr>
          <p:cNvSpPr>
            <a:spLocks xmlns:a="http://schemas.openxmlformats.org/drawingml/2006/main" noGrp="1"/>
          </p:cNvSpPr>
          <p:nvPr/>
        </p:nvSpPr>
        <p:spPr>
          <a:xfrm xmlns:a="http://schemas.openxmlformats.org/drawingml/2006/main">
            <a:off x="104775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EA446BE-2574-475A-838F-4BCEB87F71AB}"/>
              </a:ext>
            </a:extLst>
          </p:cNvPr>
          <p:cNvSpPr>
            <a:spLocks xmlns:a="http://schemas.openxmlformats.org/drawingml/2006/main" noGrp="1"/>
          </p:cNvSpPr>
          <p:nvPr/>
        </p:nvSpPr>
        <p:spPr>
          <a:xfrm xmlns:a="http://schemas.openxmlformats.org/drawingml/2006/main">
            <a:off x="12287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4F74324E-CBB6-4A0A-A70F-70769C6C5EBB}"/>
              </a:ext>
            </a:extLst>
          </p:cNvPr>
          <p:cNvSpPr>
            <a:spLocks xmlns:a="http://schemas.openxmlformats.org/drawingml/2006/main" noGrp="1"/>
          </p:cNvSpPr>
          <p:nvPr/>
        </p:nvSpPr>
        <p:spPr>
          <a:xfrm xmlns:a="http://schemas.openxmlformats.org/drawingml/2006/main">
            <a:off x="140970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B07BE42-B853-45CF-B6BC-5BA73F8C2658}"/>
              </a:ext>
            </a:extLst>
          </p:cNvPr>
          <p:cNvSpPr>
            <a:spLocks xmlns:a="http://schemas.openxmlformats.org/drawingml/2006/main" noGrp="1"/>
          </p:cNvSpPr>
          <p:nvPr/>
        </p:nvSpPr>
        <p:spPr>
          <a:xfrm xmlns:a="http://schemas.openxmlformats.org/drawingml/2006/main">
            <a:off x="159067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E0879EC6-3F74-4CB3-BFC4-912CFA839238}"/>
              </a:ext>
            </a:extLst>
          </p:cNvPr>
          <p:cNvSpPr>
            <a:spLocks xmlns:a="http://schemas.openxmlformats.org/drawingml/2006/main" noGrp="1"/>
          </p:cNvSpPr>
          <p:nvPr/>
        </p:nvSpPr>
        <p:spPr>
          <a:xfrm xmlns:a="http://schemas.openxmlformats.org/drawingml/2006/main">
            <a:off x="17716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1AA52C9-2323-48A8-8253-D183DF492763}"/>
              </a:ext>
            </a:extLst>
          </p:cNvPr>
          <p:cNvSpPr>
            <a:spLocks xmlns:a="http://schemas.openxmlformats.org/drawingml/2006/main" noGrp="1"/>
          </p:cNvSpPr>
          <p:nvPr/>
        </p:nvSpPr>
        <p:spPr>
          <a:xfrm xmlns:a="http://schemas.openxmlformats.org/drawingml/2006/main">
            <a:off x="195262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6EEB162-9D7B-4140-891F-1FBF624499E4}"/>
              </a:ext>
            </a:extLst>
          </p:cNvPr>
          <p:cNvSpPr>
            <a:spLocks xmlns:a="http://schemas.openxmlformats.org/drawingml/2006/main" noGrp="1"/>
          </p:cNvSpPr>
          <p:nvPr/>
        </p:nvSpPr>
        <p:spPr>
          <a:xfrm xmlns:a="http://schemas.openxmlformats.org/drawingml/2006/main">
            <a:off x="2133600"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B9F49C8C-0EC5-4277-83F9-8B1DE0F0EDB0}"/>
              </a:ext>
            </a:extLst>
          </p:cNvPr>
          <p:cNvSpPr>
            <a:spLocks xmlns:a="http://schemas.openxmlformats.org/drawingml/2006/main" noGrp="1"/>
          </p:cNvSpPr>
          <p:nvPr/>
        </p:nvSpPr>
        <p:spPr>
          <a:xfrm xmlns:a="http://schemas.openxmlformats.org/drawingml/2006/main">
            <a:off x="2314575"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80F41B3C-F6A9-4157-8F32-9F16BEBCAF82}"/>
              </a:ext>
            </a:extLst>
          </p:cNvPr>
          <p:cNvSpPr>
            <a:spLocks xmlns:a="http://schemas.openxmlformats.org/drawingml/2006/main" noGrp="1"/>
          </p:cNvSpPr>
          <p:nvPr/>
        </p:nvSpPr>
        <p:spPr>
          <a:xfrm xmlns:a="http://schemas.openxmlformats.org/drawingml/2006/main">
            <a:off x="2495550" y="37909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DE16B8BA-0E9A-4F84-AACE-186EB7BD2706}"/>
              </a:ext>
            </a:extLst>
          </p:cNvPr>
          <p:cNvSpPr>
            <a:spLocks xmlns:a="http://schemas.openxmlformats.org/drawingml/2006/main" noGrp="1"/>
          </p:cNvSpPr>
          <p:nvPr/>
        </p:nvSpPr>
        <p:spPr>
          <a:xfrm xmlns:a="http://schemas.openxmlformats.org/drawingml/2006/main">
            <a:off x="2676525" y="37909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C577724B-085F-43E6-8317-9FCDC692818C}"/>
              </a:ext>
            </a:extLst>
          </p:cNvPr>
          <p:cNvSpPr>
            <a:spLocks xmlns:a="http://schemas.openxmlformats.org/drawingml/2006/main" noGrp="1"/>
          </p:cNvSpPr>
          <p:nvPr/>
        </p:nvSpPr>
        <p:spPr>
          <a:xfrm xmlns:a="http://schemas.openxmlformats.org/drawingml/2006/main">
            <a:off x="10477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88F15A17-DD81-4AE9-B7B3-C91462F3FED6}"/>
              </a:ext>
            </a:extLst>
          </p:cNvPr>
          <p:cNvSpPr>
            <a:spLocks xmlns:a="http://schemas.openxmlformats.org/drawingml/2006/main" noGrp="1"/>
          </p:cNvSpPr>
          <p:nvPr/>
        </p:nvSpPr>
        <p:spPr>
          <a:xfrm xmlns:a="http://schemas.openxmlformats.org/drawingml/2006/main">
            <a:off x="122872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52815132-2C82-4CE7-81BB-4B845A1B24CC}"/>
              </a:ext>
            </a:extLst>
          </p:cNvPr>
          <p:cNvSpPr>
            <a:spLocks xmlns:a="http://schemas.openxmlformats.org/drawingml/2006/main" noGrp="1"/>
          </p:cNvSpPr>
          <p:nvPr/>
        </p:nvSpPr>
        <p:spPr>
          <a:xfrm xmlns:a="http://schemas.openxmlformats.org/drawingml/2006/main">
            <a:off x="14097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6" name="">
            <a:extLst xmlns:a="http://schemas.openxmlformats.org/drawingml/2006/main">
              <a:ext uri="{FF2B5EF4-FFF2-40B4-BE49-F238E27FC236}">
                <a16:creationId xmlns:a16="http://schemas.microsoft.com/office/drawing/2014/main" id="{D8924E97-AA36-4F20-8047-C180414057DD}"/>
              </a:ext>
            </a:extLst>
          </p:cNvPr>
          <p:cNvSpPr>
            <a:spLocks xmlns:a="http://schemas.openxmlformats.org/drawingml/2006/main" noGrp="1"/>
          </p:cNvSpPr>
          <p:nvPr/>
        </p:nvSpPr>
        <p:spPr>
          <a:xfrm xmlns:a="http://schemas.openxmlformats.org/drawingml/2006/main">
            <a:off x="159067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9A62C4CF-FD1A-4EA0-891E-BF4DE2947320}"/>
              </a:ext>
            </a:extLst>
          </p:cNvPr>
          <p:cNvSpPr>
            <a:spLocks xmlns:a="http://schemas.openxmlformats.org/drawingml/2006/main" noGrp="1"/>
          </p:cNvSpPr>
          <p:nvPr/>
        </p:nvSpPr>
        <p:spPr>
          <a:xfrm xmlns:a="http://schemas.openxmlformats.org/drawingml/2006/main">
            <a:off x="1771650"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92BE4054-7A3C-4F56-A754-819FE28A4455}"/>
              </a:ext>
            </a:extLst>
          </p:cNvPr>
          <p:cNvSpPr>
            <a:spLocks xmlns:a="http://schemas.openxmlformats.org/drawingml/2006/main" noGrp="1"/>
          </p:cNvSpPr>
          <p:nvPr/>
        </p:nvSpPr>
        <p:spPr>
          <a:xfrm xmlns:a="http://schemas.openxmlformats.org/drawingml/2006/main">
            <a:off x="19526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8C09D6CD-8D0E-4C44-B2E0-24A92FCB9C8B}"/>
              </a:ext>
            </a:extLst>
          </p:cNvPr>
          <p:cNvSpPr>
            <a:spLocks xmlns:a="http://schemas.openxmlformats.org/drawingml/2006/main" noGrp="1"/>
          </p:cNvSpPr>
          <p:nvPr/>
        </p:nvSpPr>
        <p:spPr>
          <a:xfrm xmlns:a="http://schemas.openxmlformats.org/drawingml/2006/main">
            <a:off x="213360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24851AD4-BA94-498C-BD48-45A0645F30A5}"/>
              </a:ext>
            </a:extLst>
          </p:cNvPr>
          <p:cNvSpPr>
            <a:spLocks xmlns:a="http://schemas.openxmlformats.org/drawingml/2006/main" noGrp="1"/>
          </p:cNvSpPr>
          <p:nvPr/>
        </p:nvSpPr>
        <p:spPr>
          <a:xfrm xmlns:a="http://schemas.openxmlformats.org/drawingml/2006/main">
            <a:off x="2314575" y="39528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50591B49-F4D7-40F6-8C7E-97377BDC5FDC}"/>
              </a:ext>
            </a:extLst>
          </p:cNvPr>
          <p:cNvSpPr>
            <a:spLocks xmlns:a="http://schemas.openxmlformats.org/drawingml/2006/main" noGrp="1"/>
          </p:cNvSpPr>
          <p:nvPr/>
        </p:nvSpPr>
        <p:spPr>
          <a:xfrm xmlns:a="http://schemas.openxmlformats.org/drawingml/2006/main">
            <a:off x="2495550"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0E5CE418-C82D-4E96-A1B3-61BFD873C9A4}"/>
              </a:ext>
            </a:extLst>
          </p:cNvPr>
          <p:cNvSpPr>
            <a:spLocks xmlns:a="http://schemas.openxmlformats.org/drawingml/2006/main" noGrp="1"/>
          </p:cNvSpPr>
          <p:nvPr/>
        </p:nvSpPr>
        <p:spPr>
          <a:xfrm xmlns:a="http://schemas.openxmlformats.org/drawingml/2006/main">
            <a:off x="2676525" y="39528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D7EB3562-0729-4C59-AF01-BC5E9DBD390B}"/>
              </a:ext>
            </a:extLst>
          </p:cNvPr>
          <p:cNvSpPr>
            <a:spLocks xmlns:a="http://schemas.openxmlformats.org/drawingml/2006/main" noGrp="1"/>
          </p:cNvSpPr>
          <p:nvPr/>
        </p:nvSpPr>
        <p:spPr>
          <a:xfrm xmlns:a="http://schemas.openxmlformats.org/drawingml/2006/main">
            <a:off x="10477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236FC26F-B8E7-4A73-B70E-886E1AE8A044}"/>
              </a:ext>
            </a:extLst>
          </p:cNvPr>
          <p:cNvSpPr>
            <a:spLocks xmlns:a="http://schemas.openxmlformats.org/drawingml/2006/main" noGrp="1"/>
          </p:cNvSpPr>
          <p:nvPr/>
        </p:nvSpPr>
        <p:spPr>
          <a:xfrm xmlns:a="http://schemas.openxmlformats.org/drawingml/2006/main">
            <a:off x="12287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01E2776A-CA56-4ACC-B211-B9261EC5E51A}"/>
              </a:ext>
            </a:extLst>
          </p:cNvPr>
          <p:cNvSpPr>
            <a:spLocks xmlns:a="http://schemas.openxmlformats.org/drawingml/2006/main" noGrp="1"/>
          </p:cNvSpPr>
          <p:nvPr/>
        </p:nvSpPr>
        <p:spPr>
          <a:xfrm xmlns:a="http://schemas.openxmlformats.org/drawingml/2006/main">
            <a:off x="140970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3C88DD58-E86A-4012-948B-441E821F4E43}"/>
              </a:ext>
            </a:extLst>
          </p:cNvPr>
          <p:cNvSpPr>
            <a:spLocks xmlns:a="http://schemas.openxmlformats.org/drawingml/2006/main" noGrp="1"/>
          </p:cNvSpPr>
          <p:nvPr/>
        </p:nvSpPr>
        <p:spPr>
          <a:xfrm xmlns:a="http://schemas.openxmlformats.org/drawingml/2006/main">
            <a:off x="15906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8EBA46B7-3252-4267-BD99-82CE720050D4}"/>
              </a:ext>
            </a:extLst>
          </p:cNvPr>
          <p:cNvSpPr>
            <a:spLocks xmlns:a="http://schemas.openxmlformats.org/drawingml/2006/main" noGrp="1"/>
          </p:cNvSpPr>
          <p:nvPr/>
        </p:nvSpPr>
        <p:spPr>
          <a:xfrm xmlns:a="http://schemas.openxmlformats.org/drawingml/2006/main">
            <a:off x="177165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C70DA47E-B90F-4756-B7CB-4382CFF26845}"/>
              </a:ext>
            </a:extLst>
          </p:cNvPr>
          <p:cNvSpPr>
            <a:spLocks xmlns:a="http://schemas.openxmlformats.org/drawingml/2006/main" noGrp="1"/>
          </p:cNvSpPr>
          <p:nvPr/>
        </p:nvSpPr>
        <p:spPr>
          <a:xfrm xmlns:a="http://schemas.openxmlformats.org/drawingml/2006/main">
            <a:off x="1952625"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49" name="">
            <a:extLst xmlns:a="http://schemas.openxmlformats.org/drawingml/2006/main">
              <a:ext uri="{FF2B5EF4-FFF2-40B4-BE49-F238E27FC236}">
                <a16:creationId xmlns:a16="http://schemas.microsoft.com/office/drawing/2014/main" id="{6426E566-FBF1-46C1-A31E-458467A071FB}"/>
              </a:ext>
            </a:extLst>
          </p:cNvPr>
          <p:cNvSpPr>
            <a:spLocks xmlns:a="http://schemas.openxmlformats.org/drawingml/2006/main" noGrp="1"/>
          </p:cNvSpPr>
          <p:nvPr/>
        </p:nvSpPr>
        <p:spPr>
          <a:xfrm xmlns:a="http://schemas.openxmlformats.org/drawingml/2006/main">
            <a:off x="2133600"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0" name="">
            <a:extLst xmlns:a="http://schemas.openxmlformats.org/drawingml/2006/main">
              <a:ext uri="{FF2B5EF4-FFF2-40B4-BE49-F238E27FC236}">
                <a16:creationId xmlns:a16="http://schemas.microsoft.com/office/drawing/2014/main" id="{FD723A3E-9AF9-44B7-8500-F8C72F3C19B4}"/>
              </a:ext>
            </a:extLst>
          </p:cNvPr>
          <p:cNvSpPr>
            <a:spLocks xmlns:a="http://schemas.openxmlformats.org/drawingml/2006/main" noGrp="1"/>
          </p:cNvSpPr>
          <p:nvPr/>
        </p:nvSpPr>
        <p:spPr>
          <a:xfrm xmlns:a="http://schemas.openxmlformats.org/drawingml/2006/main">
            <a:off x="231457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1" name="">
            <a:extLst xmlns:a="http://schemas.openxmlformats.org/drawingml/2006/main">
              <a:ext uri="{FF2B5EF4-FFF2-40B4-BE49-F238E27FC236}">
                <a16:creationId xmlns:a16="http://schemas.microsoft.com/office/drawing/2014/main" id="{2BE2F542-7961-44E7-AA01-ACD4B4294765}"/>
              </a:ext>
            </a:extLst>
          </p:cNvPr>
          <p:cNvSpPr>
            <a:spLocks xmlns:a="http://schemas.openxmlformats.org/drawingml/2006/main" noGrp="1"/>
          </p:cNvSpPr>
          <p:nvPr/>
        </p:nvSpPr>
        <p:spPr>
          <a:xfrm xmlns:a="http://schemas.openxmlformats.org/drawingml/2006/main">
            <a:off x="2495550" y="411480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23863FCB-DAE4-4020-AEBC-AAA418738ECF}"/>
              </a:ext>
            </a:extLst>
          </p:cNvPr>
          <p:cNvSpPr>
            <a:spLocks xmlns:a="http://schemas.openxmlformats.org/drawingml/2006/main" noGrp="1"/>
          </p:cNvSpPr>
          <p:nvPr/>
        </p:nvSpPr>
        <p:spPr>
          <a:xfrm xmlns:a="http://schemas.openxmlformats.org/drawingml/2006/main">
            <a:off x="2676525" y="411480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089110C6-F3D7-4C70-9222-160A9EE86758}"/>
              </a:ext>
            </a:extLst>
          </p:cNvPr>
          <p:cNvSpPr>
            <a:spLocks xmlns:a="http://schemas.openxmlformats.org/drawingml/2006/main" noGrp="1"/>
          </p:cNvSpPr>
          <p:nvPr/>
        </p:nvSpPr>
        <p:spPr>
          <a:xfrm xmlns:a="http://schemas.openxmlformats.org/drawingml/2006/main">
            <a:off x="104775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4" name="">
            <a:extLst xmlns:a="http://schemas.openxmlformats.org/drawingml/2006/main">
              <a:ext uri="{FF2B5EF4-FFF2-40B4-BE49-F238E27FC236}">
                <a16:creationId xmlns:a16="http://schemas.microsoft.com/office/drawing/2014/main" id="{7A1774BD-C3C1-497A-BA01-C87353D9A30E}"/>
              </a:ext>
            </a:extLst>
          </p:cNvPr>
          <p:cNvSpPr>
            <a:spLocks xmlns:a="http://schemas.openxmlformats.org/drawingml/2006/main" noGrp="1"/>
          </p:cNvSpPr>
          <p:nvPr/>
        </p:nvSpPr>
        <p:spPr>
          <a:xfrm xmlns:a="http://schemas.openxmlformats.org/drawingml/2006/main">
            <a:off x="12287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5" name="">
            <a:extLst xmlns:a="http://schemas.openxmlformats.org/drawingml/2006/main">
              <a:ext uri="{FF2B5EF4-FFF2-40B4-BE49-F238E27FC236}">
                <a16:creationId xmlns:a16="http://schemas.microsoft.com/office/drawing/2014/main" id="{D6904E32-BC44-40F5-9B82-77EBE4A6703B}"/>
              </a:ext>
            </a:extLst>
          </p:cNvPr>
          <p:cNvSpPr>
            <a:spLocks xmlns:a="http://schemas.openxmlformats.org/drawingml/2006/main" noGrp="1"/>
          </p:cNvSpPr>
          <p:nvPr/>
        </p:nvSpPr>
        <p:spPr>
          <a:xfrm xmlns:a="http://schemas.openxmlformats.org/drawingml/2006/main">
            <a:off x="140970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18552915-CDE6-4BDE-8230-713807D99521}"/>
              </a:ext>
            </a:extLst>
          </p:cNvPr>
          <p:cNvSpPr>
            <a:spLocks xmlns:a="http://schemas.openxmlformats.org/drawingml/2006/main" noGrp="1"/>
          </p:cNvSpPr>
          <p:nvPr/>
        </p:nvSpPr>
        <p:spPr>
          <a:xfrm xmlns:a="http://schemas.openxmlformats.org/drawingml/2006/main">
            <a:off x="159067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CA492539-3AF7-4440-B421-9F20698F016F}"/>
              </a:ext>
            </a:extLst>
          </p:cNvPr>
          <p:cNvSpPr>
            <a:spLocks xmlns:a="http://schemas.openxmlformats.org/drawingml/2006/main" noGrp="1"/>
          </p:cNvSpPr>
          <p:nvPr/>
        </p:nvSpPr>
        <p:spPr>
          <a:xfrm xmlns:a="http://schemas.openxmlformats.org/drawingml/2006/main">
            <a:off x="17716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8" name="">
            <a:extLst xmlns:a="http://schemas.openxmlformats.org/drawingml/2006/main">
              <a:ext uri="{FF2B5EF4-FFF2-40B4-BE49-F238E27FC236}">
                <a16:creationId xmlns:a16="http://schemas.microsoft.com/office/drawing/2014/main" id="{A54FCC6B-E903-47FE-B0BC-0652BC71D2CB}"/>
              </a:ext>
            </a:extLst>
          </p:cNvPr>
          <p:cNvSpPr>
            <a:spLocks xmlns:a="http://schemas.openxmlformats.org/drawingml/2006/main" noGrp="1"/>
          </p:cNvSpPr>
          <p:nvPr/>
        </p:nvSpPr>
        <p:spPr>
          <a:xfrm xmlns:a="http://schemas.openxmlformats.org/drawingml/2006/main">
            <a:off x="195262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679BBF51-81AC-4BF9-8BB9-B06966041720}"/>
              </a:ext>
            </a:extLst>
          </p:cNvPr>
          <p:cNvSpPr>
            <a:spLocks xmlns:a="http://schemas.openxmlformats.org/drawingml/2006/main" noGrp="1"/>
          </p:cNvSpPr>
          <p:nvPr/>
        </p:nvSpPr>
        <p:spPr>
          <a:xfrm xmlns:a="http://schemas.openxmlformats.org/drawingml/2006/main">
            <a:off x="2133600"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F42FA4D2-5169-44FA-AF25-80CEE4111B46}"/>
              </a:ext>
            </a:extLst>
          </p:cNvPr>
          <p:cNvSpPr>
            <a:spLocks xmlns:a="http://schemas.openxmlformats.org/drawingml/2006/main" noGrp="1"/>
          </p:cNvSpPr>
          <p:nvPr/>
        </p:nvSpPr>
        <p:spPr>
          <a:xfrm xmlns:a="http://schemas.openxmlformats.org/drawingml/2006/main">
            <a:off x="2314575"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1" name="">
            <a:extLst xmlns:a="http://schemas.openxmlformats.org/drawingml/2006/main">
              <a:ext uri="{FF2B5EF4-FFF2-40B4-BE49-F238E27FC236}">
                <a16:creationId xmlns:a16="http://schemas.microsoft.com/office/drawing/2014/main" id="{A0B769F8-7972-4E23-8055-38B787EE82C9}"/>
              </a:ext>
            </a:extLst>
          </p:cNvPr>
          <p:cNvSpPr>
            <a:spLocks xmlns:a="http://schemas.openxmlformats.org/drawingml/2006/main" noGrp="1"/>
          </p:cNvSpPr>
          <p:nvPr/>
        </p:nvSpPr>
        <p:spPr>
          <a:xfrm xmlns:a="http://schemas.openxmlformats.org/drawingml/2006/main">
            <a:off x="2495550" y="427672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2" name="">
            <a:extLst xmlns:a="http://schemas.openxmlformats.org/drawingml/2006/main">
              <a:ext uri="{FF2B5EF4-FFF2-40B4-BE49-F238E27FC236}">
                <a16:creationId xmlns:a16="http://schemas.microsoft.com/office/drawing/2014/main" id="{2D330CAC-5180-49F2-A5E8-3CB64991A5F0}"/>
              </a:ext>
            </a:extLst>
          </p:cNvPr>
          <p:cNvSpPr>
            <a:spLocks xmlns:a="http://schemas.openxmlformats.org/drawingml/2006/main" noGrp="1"/>
          </p:cNvSpPr>
          <p:nvPr/>
        </p:nvSpPr>
        <p:spPr>
          <a:xfrm xmlns:a="http://schemas.openxmlformats.org/drawingml/2006/main">
            <a:off x="2676525" y="427672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E16F2260-7296-4E81-BBF0-54884F233B52}"/>
              </a:ext>
            </a:extLst>
          </p:cNvPr>
          <p:cNvSpPr>
            <a:spLocks xmlns:a="http://schemas.openxmlformats.org/drawingml/2006/main" noGrp="1"/>
          </p:cNvSpPr>
          <p:nvPr/>
        </p:nvSpPr>
        <p:spPr>
          <a:xfrm xmlns:a="http://schemas.openxmlformats.org/drawingml/2006/main">
            <a:off x="10477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BB574EC4-B08C-4E6B-BA49-2A34EBB0020B}"/>
              </a:ext>
            </a:extLst>
          </p:cNvPr>
          <p:cNvSpPr>
            <a:spLocks xmlns:a="http://schemas.openxmlformats.org/drawingml/2006/main" noGrp="1"/>
          </p:cNvSpPr>
          <p:nvPr/>
        </p:nvSpPr>
        <p:spPr>
          <a:xfrm xmlns:a="http://schemas.openxmlformats.org/drawingml/2006/main">
            <a:off x="122872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5" name="">
            <a:extLst xmlns:a="http://schemas.openxmlformats.org/drawingml/2006/main">
              <a:ext uri="{FF2B5EF4-FFF2-40B4-BE49-F238E27FC236}">
                <a16:creationId xmlns:a16="http://schemas.microsoft.com/office/drawing/2014/main" id="{74F9F763-A4CE-4682-ADB0-A4643B564C1B}"/>
              </a:ext>
            </a:extLst>
          </p:cNvPr>
          <p:cNvSpPr>
            <a:spLocks xmlns:a="http://schemas.openxmlformats.org/drawingml/2006/main" noGrp="1"/>
          </p:cNvSpPr>
          <p:nvPr/>
        </p:nvSpPr>
        <p:spPr>
          <a:xfrm xmlns:a="http://schemas.openxmlformats.org/drawingml/2006/main">
            <a:off x="14097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6" name="">
            <a:extLst xmlns:a="http://schemas.openxmlformats.org/drawingml/2006/main">
              <a:ext uri="{FF2B5EF4-FFF2-40B4-BE49-F238E27FC236}">
                <a16:creationId xmlns:a16="http://schemas.microsoft.com/office/drawing/2014/main" id="{00C78BBA-C63E-45C7-9F66-798F4D09876E}"/>
              </a:ext>
            </a:extLst>
          </p:cNvPr>
          <p:cNvSpPr>
            <a:spLocks xmlns:a="http://schemas.openxmlformats.org/drawingml/2006/main" noGrp="1"/>
          </p:cNvSpPr>
          <p:nvPr/>
        </p:nvSpPr>
        <p:spPr>
          <a:xfrm xmlns:a="http://schemas.openxmlformats.org/drawingml/2006/main">
            <a:off x="159067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1AD45A33-C8C3-4F02-A3AF-EC6385448DBB}"/>
              </a:ext>
            </a:extLst>
          </p:cNvPr>
          <p:cNvSpPr>
            <a:spLocks xmlns:a="http://schemas.openxmlformats.org/drawingml/2006/main" noGrp="1"/>
          </p:cNvSpPr>
          <p:nvPr/>
        </p:nvSpPr>
        <p:spPr>
          <a:xfrm xmlns:a="http://schemas.openxmlformats.org/drawingml/2006/main">
            <a:off x="1771650"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68" name="">
            <a:extLst xmlns:a="http://schemas.openxmlformats.org/drawingml/2006/main">
              <a:ext uri="{FF2B5EF4-FFF2-40B4-BE49-F238E27FC236}">
                <a16:creationId xmlns:a16="http://schemas.microsoft.com/office/drawing/2014/main" id="{4255627E-7135-4069-AA03-198047709159}"/>
              </a:ext>
            </a:extLst>
          </p:cNvPr>
          <p:cNvSpPr>
            <a:spLocks xmlns:a="http://schemas.openxmlformats.org/drawingml/2006/main" noGrp="1"/>
          </p:cNvSpPr>
          <p:nvPr/>
        </p:nvSpPr>
        <p:spPr>
          <a:xfrm xmlns:a="http://schemas.openxmlformats.org/drawingml/2006/main">
            <a:off x="19526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69" name="">
            <a:extLst xmlns:a="http://schemas.openxmlformats.org/drawingml/2006/main">
              <a:ext uri="{FF2B5EF4-FFF2-40B4-BE49-F238E27FC236}">
                <a16:creationId xmlns:a16="http://schemas.microsoft.com/office/drawing/2014/main" id="{3CC80A1D-4461-4020-96A8-8F5BE53B2B0B}"/>
              </a:ext>
            </a:extLst>
          </p:cNvPr>
          <p:cNvSpPr>
            <a:spLocks xmlns:a="http://schemas.openxmlformats.org/drawingml/2006/main" noGrp="1"/>
          </p:cNvSpPr>
          <p:nvPr/>
        </p:nvSpPr>
        <p:spPr>
          <a:xfrm xmlns:a="http://schemas.openxmlformats.org/drawingml/2006/main">
            <a:off x="213360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0" name="">
            <a:extLst xmlns:a="http://schemas.openxmlformats.org/drawingml/2006/main">
              <a:ext uri="{FF2B5EF4-FFF2-40B4-BE49-F238E27FC236}">
                <a16:creationId xmlns:a16="http://schemas.microsoft.com/office/drawing/2014/main" id="{7C7583D5-AACC-4D6C-B673-307DC0ECF83D}"/>
              </a:ext>
            </a:extLst>
          </p:cNvPr>
          <p:cNvSpPr>
            <a:spLocks xmlns:a="http://schemas.openxmlformats.org/drawingml/2006/main" noGrp="1"/>
          </p:cNvSpPr>
          <p:nvPr/>
        </p:nvSpPr>
        <p:spPr>
          <a:xfrm xmlns:a="http://schemas.openxmlformats.org/drawingml/2006/main">
            <a:off x="2314575" y="4438650"/>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1" name="">
            <a:extLst xmlns:a="http://schemas.openxmlformats.org/drawingml/2006/main">
              <a:ext uri="{FF2B5EF4-FFF2-40B4-BE49-F238E27FC236}">
                <a16:creationId xmlns:a16="http://schemas.microsoft.com/office/drawing/2014/main" id="{F76BAD99-9408-40D9-BA62-A45F0EE923FD}"/>
              </a:ext>
            </a:extLst>
          </p:cNvPr>
          <p:cNvSpPr>
            <a:spLocks xmlns:a="http://schemas.openxmlformats.org/drawingml/2006/main" noGrp="1"/>
          </p:cNvSpPr>
          <p:nvPr/>
        </p:nvSpPr>
        <p:spPr>
          <a:xfrm xmlns:a="http://schemas.openxmlformats.org/drawingml/2006/main">
            <a:off x="2495550"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2" name="">
            <a:extLst xmlns:a="http://schemas.openxmlformats.org/drawingml/2006/main">
              <a:ext uri="{FF2B5EF4-FFF2-40B4-BE49-F238E27FC236}">
                <a16:creationId xmlns:a16="http://schemas.microsoft.com/office/drawing/2014/main" id="{2CB5F4BA-8ECA-41C4-B760-7374179C2234}"/>
              </a:ext>
            </a:extLst>
          </p:cNvPr>
          <p:cNvSpPr>
            <a:spLocks xmlns:a="http://schemas.openxmlformats.org/drawingml/2006/main" noGrp="1"/>
          </p:cNvSpPr>
          <p:nvPr/>
        </p:nvSpPr>
        <p:spPr>
          <a:xfrm xmlns:a="http://schemas.openxmlformats.org/drawingml/2006/main">
            <a:off x="2676525" y="4438650"/>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3" name="">
            <a:extLst xmlns:a="http://schemas.openxmlformats.org/drawingml/2006/main">
              <a:ext uri="{FF2B5EF4-FFF2-40B4-BE49-F238E27FC236}">
                <a16:creationId xmlns:a16="http://schemas.microsoft.com/office/drawing/2014/main" id="{585E1FA5-B4AB-49BB-8237-15177323552B}"/>
              </a:ext>
            </a:extLst>
          </p:cNvPr>
          <p:cNvSpPr>
            <a:spLocks xmlns:a="http://schemas.openxmlformats.org/drawingml/2006/main" noGrp="1"/>
          </p:cNvSpPr>
          <p:nvPr/>
        </p:nvSpPr>
        <p:spPr>
          <a:xfrm xmlns:a="http://schemas.openxmlformats.org/drawingml/2006/main">
            <a:off x="10477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4" name="">
            <a:extLst xmlns:a="http://schemas.openxmlformats.org/drawingml/2006/main">
              <a:ext uri="{FF2B5EF4-FFF2-40B4-BE49-F238E27FC236}">
                <a16:creationId xmlns:a16="http://schemas.microsoft.com/office/drawing/2014/main" id="{4AFF8F17-DEA5-4DEB-A258-CE97829A858D}"/>
              </a:ext>
            </a:extLst>
          </p:cNvPr>
          <p:cNvSpPr>
            <a:spLocks xmlns:a="http://schemas.openxmlformats.org/drawingml/2006/main" noGrp="1"/>
          </p:cNvSpPr>
          <p:nvPr/>
        </p:nvSpPr>
        <p:spPr>
          <a:xfrm xmlns:a="http://schemas.openxmlformats.org/drawingml/2006/main">
            <a:off x="12287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5" name="">
            <a:extLst xmlns:a="http://schemas.openxmlformats.org/drawingml/2006/main">
              <a:ext uri="{FF2B5EF4-FFF2-40B4-BE49-F238E27FC236}">
                <a16:creationId xmlns:a16="http://schemas.microsoft.com/office/drawing/2014/main" id="{52CEB33A-0250-4225-9A4D-144BCCB17402}"/>
              </a:ext>
            </a:extLst>
          </p:cNvPr>
          <p:cNvSpPr>
            <a:spLocks xmlns:a="http://schemas.openxmlformats.org/drawingml/2006/main" noGrp="1"/>
          </p:cNvSpPr>
          <p:nvPr/>
        </p:nvSpPr>
        <p:spPr>
          <a:xfrm xmlns:a="http://schemas.openxmlformats.org/drawingml/2006/main">
            <a:off x="140970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6" name="">
            <a:extLst xmlns:a="http://schemas.openxmlformats.org/drawingml/2006/main">
              <a:ext uri="{FF2B5EF4-FFF2-40B4-BE49-F238E27FC236}">
                <a16:creationId xmlns:a16="http://schemas.microsoft.com/office/drawing/2014/main" id="{E2E32427-EC01-4E96-873F-46E564506F6A}"/>
              </a:ext>
            </a:extLst>
          </p:cNvPr>
          <p:cNvSpPr>
            <a:spLocks xmlns:a="http://schemas.openxmlformats.org/drawingml/2006/main" noGrp="1"/>
          </p:cNvSpPr>
          <p:nvPr/>
        </p:nvSpPr>
        <p:spPr>
          <a:xfrm xmlns:a="http://schemas.openxmlformats.org/drawingml/2006/main">
            <a:off x="15906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B39932A9-10C0-47DD-8F60-33989C03DE5C}"/>
              </a:ext>
            </a:extLst>
          </p:cNvPr>
          <p:cNvSpPr>
            <a:spLocks xmlns:a="http://schemas.openxmlformats.org/drawingml/2006/main" noGrp="1"/>
          </p:cNvSpPr>
          <p:nvPr/>
        </p:nvSpPr>
        <p:spPr>
          <a:xfrm xmlns:a="http://schemas.openxmlformats.org/drawingml/2006/main">
            <a:off x="177165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78" name="">
            <a:extLst xmlns:a="http://schemas.openxmlformats.org/drawingml/2006/main">
              <a:ext uri="{FF2B5EF4-FFF2-40B4-BE49-F238E27FC236}">
                <a16:creationId xmlns:a16="http://schemas.microsoft.com/office/drawing/2014/main" id="{BC85CFC6-EF06-446B-96A3-34148499B8E3}"/>
              </a:ext>
            </a:extLst>
          </p:cNvPr>
          <p:cNvSpPr>
            <a:spLocks xmlns:a="http://schemas.openxmlformats.org/drawingml/2006/main" noGrp="1"/>
          </p:cNvSpPr>
          <p:nvPr/>
        </p:nvSpPr>
        <p:spPr>
          <a:xfrm xmlns:a="http://schemas.openxmlformats.org/drawingml/2006/main">
            <a:off x="1952625"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79" name="">
            <a:extLst xmlns:a="http://schemas.openxmlformats.org/drawingml/2006/main">
              <a:ext uri="{FF2B5EF4-FFF2-40B4-BE49-F238E27FC236}">
                <a16:creationId xmlns:a16="http://schemas.microsoft.com/office/drawing/2014/main" id="{5D83A5F6-BFE2-4B4E-85C3-4E848F671CE7}"/>
              </a:ext>
            </a:extLst>
          </p:cNvPr>
          <p:cNvSpPr>
            <a:spLocks xmlns:a="http://schemas.openxmlformats.org/drawingml/2006/main" noGrp="1"/>
          </p:cNvSpPr>
          <p:nvPr/>
        </p:nvSpPr>
        <p:spPr>
          <a:xfrm xmlns:a="http://schemas.openxmlformats.org/drawingml/2006/main">
            <a:off x="2133600"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0" name="">
            <a:extLst xmlns:a="http://schemas.openxmlformats.org/drawingml/2006/main">
              <a:ext uri="{FF2B5EF4-FFF2-40B4-BE49-F238E27FC236}">
                <a16:creationId xmlns:a16="http://schemas.microsoft.com/office/drawing/2014/main" id="{0B7C9236-D9B7-460B-89C7-148460FA5D9A}"/>
              </a:ext>
            </a:extLst>
          </p:cNvPr>
          <p:cNvSpPr>
            <a:spLocks xmlns:a="http://schemas.openxmlformats.org/drawingml/2006/main" noGrp="1"/>
          </p:cNvSpPr>
          <p:nvPr/>
        </p:nvSpPr>
        <p:spPr>
          <a:xfrm xmlns:a="http://schemas.openxmlformats.org/drawingml/2006/main">
            <a:off x="231457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1" name="">
            <a:extLst xmlns:a="http://schemas.openxmlformats.org/drawingml/2006/main">
              <a:ext uri="{FF2B5EF4-FFF2-40B4-BE49-F238E27FC236}">
                <a16:creationId xmlns:a16="http://schemas.microsoft.com/office/drawing/2014/main" id="{B3A4F28B-7275-4363-916C-4E553A39E6C9}"/>
              </a:ext>
            </a:extLst>
          </p:cNvPr>
          <p:cNvSpPr>
            <a:spLocks xmlns:a="http://schemas.openxmlformats.org/drawingml/2006/main" noGrp="1"/>
          </p:cNvSpPr>
          <p:nvPr/>
        </p:nvSpPr>
        <p:spPr>
          <a:xfrm xmlns:a="http://schemas.openxmlformats.org/drawingml/2006/main">
            <a:off x="2495550" y="4600575"/>
            <a:ext cx="133350" cy="114300"/>
          </a:xfrm>
          <a:prstGeom xmlns:a="http://schemas.openxmlformats.org/drawingml/2006/main" prst="rect">
            <a:avLst/>
          </a:prstGeom>
          <a:solidFill xmlns:a="http://schemas.openxmlformats.org/drawingml/2006/main">
            <a:srgbClr val="E2E8F0"/>
          </a:solidFill>
          <a:ln xmlns:a="http://schemas.openxmlformats.org/drawingml/2006/main" w="0">
            <a:solidFill>
              <a:srgbClr val="000000">
                <a:alpha val="0"/>
              </a:srgbClr>
            </a:solidFill>
            <a:prstDash val="solid"/>
          </a:ln>
        </p:spPr>
      </p:sp>
      <p:sp>
        <p:nvSpPr>
          <p:cNvPr id="82" name="">
            <a:extLst xmlns:a="http://schemas.openxmlformats.org/drawingml/2006/main">
              <a:ext uri="{FF2B5EF4-FFF2-40B4-BE49-F238E27FC236}">
                <a16:creationId xmlns:a16="http://schemas.microsoft.com/office/drawing/2014/main" id="{51899993-C4A1-4CA5-9770-CF981794C791}"/>
              </a:ext>
            </a:extLst>
          </p:cNvPr>
          <p:cNvSpPr>
            <a:spLocks xmlns:a="http://schemas.openxmlformats.org/drawingml/2006/main" noGrp="1"/>
          </p:cNvSpPr>
          <p:nvPr/>
        </p:nvSpPr>
        <p:spPr>
          <a:xfrm xmlns:a="http://schemas.openxmlformats.org/drawingml/2006/main">
            <a:off x="2676525" y="4600575"/>
            <a:ext cx="133350" cy="1143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83" name="">
            <a:extLst xmlns:a="http://schemas.openxmlformats.org/drawingml/2006/main">
              <a:ext uri="{FF2B5EF4-FFF2-40B4-BE49-F238E27FC236}">
                <a16:creationId xmlns:a16="http://schemas.microsoft.com/office/drawing/2014/main" id="{07533406-59DD-4A08-A314-F9B42AFA2E77}"/>
              </a:ext>
            </a:extLst>
          </p:cNvPr>
          <p:cNvSpPr>
            <a:spLocks xmlns:a="http://schemas.openxmlformats.org/drawingml/2006/main" noGrp="1"/>
          </p:cNvSpPr>
          <p:nvPr/>
        </p:nvSpPr>
        <p:spPr>
          <a:xfrm xmlns:a="http://schemas.openxmlformats.org/drawingml/2006/main">
            <a:off x="704850" y="4933950"/>
            <a:ext cx="2762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4" name="">
            <a:extLst xmlns:a="http://schemas.openxmlformats.org/drawingml/2006/main">
              <a:ext uri="{FF2B5EF4-FFF2-40B4-BE49-F238E27FC236}">
                <a16:creationId xmlns:a16="http://schemas.microsoft.com/office/drawing/2014/main" id="{7AAC4E49-2BA3-4A36-B42A-A9D9C7FDFAF2}"/>
              </a:ext>
            </a:extLst>
          </p:cNvPr>
          <p:cNvSpPr>
            <a:spLocks xmlns:a="http://schemas.openxmlformats.org/drawingml/2006/main" noGrp="1"/>
          </p:cNvSpPr>
          <p:nvPr/>
        </p:nvSpPr>
        <p:spPr>
          <a:xfrm xmlns:a="http://schemas.openxmlformats.org/drawingml/2006/main">
            <a:off x="483870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5" name="">
            <a:extLst xmlns:a="http://schemas.openxmlformats.org/drawingml/2006/main">
              <a:ext uri="{FF2B5EF4-FFF2-40B4-BE49-F238E27FC236}">
                <a16:creationId xmlns:a16="http://schemas.microsoft.com/office/drawing/2014/main" id="{68F6799A-33FC-421E-8375-6369882A181A}"/>
              </a:ext>
            </a:extLst>
          </p:cNvPr>
          <p:cNvSpPr>
            <a:spLocks xmlns:a="http://schemas.openxmlformats.org/drawingml/2006/main" noGrp="1"/>
          </p:cNvSpPr>
          <p:nvPr/>
        </p:nvSpPr>
        <p:spPr>
          <a:xfrm xmlns:a="http://schemas.openxmlformats.org/drawingml/2006/main">
            <a:off x="491490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6" name="">
            <a:extLst xmlns:a="http://schemas.openxmlformats.org/drawingml/2006/main">
              <a:ext uri="{FF2B5EF4-FFF2-40B4-BE49-F238E27FC236}">
                <a16:creationId xmlns:a16="http://schemas.microsoft.com/office/drawing/2014/main" id="{70DC14AA-2B03-469F-B672-3142CC2EBA10}"/>
              </a:ext>
            </a:extLst>
          </p:cNvPr>
          <p:cNvSpPr>
            <a:spLocks xmlns:a="http://schemas.openxmlformats.org/drawingml/2006/main" noGrp="1"/>
          </p:cNvSpPr>
          <p:nvPr/>
        </p:nvSpPr>
        <p:spPr>
          <a:xfrm xmlns:a="http://schemas.openxmlformats.org/drawingml/2006/main">
            <a:off x="6191250" y="36766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ACBE2B45-288F-4774-A4C0-A46829D88037}"/>
              </a:ext>
            </a:extLst>
          </p:cNvPr>
          <p:cNvSpPr>
            <a:spLocks xmlns:a="http://schemas.openxmlformats.org/drawingml/2006/main" noGrp="1"/>
          </p:cNvSpPr>
          <p:nvPr/>
        </p:nvSpPr>
        <p:spPr>
          <a:xfrm xmlns:a="http://schemas.openxmlformats.org/drawingml/2006/main">
            <a:off x="6267450" y="37433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8" name="">
            <a:extLst xmlns:a="http://schemas.openxmlformats.org/drawingml/2006/main">
              <a:ext uri="{FF2B5EF4-FFF2-40B4-BE49-F238E27FC236}">
                <a16:creationId xmlns:a16="http://schemas.microsoft.com/office/drawing/2014/main" id="{314AB330-E215-427B-9082-032BAD826172}"/>
              </a:ext>
            </a:extLst>
          </p:cNvPr>
          <p:cNvSpPr>
            <a:spLocks xmlns:a="http://schemas.openxmlformats.org/drawingml/2006/main" noGrp="1"/>
          </p:cNvSpPr>
          <p:nvPr/>
        </p:nvSpPr>
        <p:spPr>
          <a:xfrm xmlns:a="http://schemas.openxmlformats.org/drawingml/2006/main">
            <a:off x="483870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654DE26C-D3C9-482D-A04A-C1593D772279}"/>
              </a:ext>
            </a:extLst>
          </p:cNvPr>
          <p:cNvSpPr>
            <a:spLocks xmlns:a="http://schemas.openxmlformats.org/drawingml/2006/main" noGrp="1"/>
          </p:cNvSpPr>
          <p:nvPr/>
        </p:nvSpPr>
        <p:spPr>
          <a:xfrm xmlns:a="http://schemas.openxmlformats.org/drawingml/2006/main">
            <a:off x="491490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0" name="">
            <a:extLst xmlns:a="http://schemas.openxmlformats.org/drawingml/2006/main">
              <a:ext uri="{FF2B5EF4-FFF2-40B4-BE49-F238E27FC236}">
                <a16:creationId xmlns:a16="http://schemas.microsoft.com/office/drawing/2014/main" id="{38AC4A0E-F9EF-47A7-9201-8BCE6261621C}"/>
              </a:ext>
            </a:extLst>
          </p:cNvPr>
          <p:cNvSpPr>
            <a:spLocks xmlns:a="http://schemas.openxmlformats.org/drawingml/2006/main" noGrp="1"/>
          </p:cNvSpPr>
          <p:nvPr/>
        </p:nvSpPr>
        <p:spPr>
          <a:xfrm xmlns:a="http://schemas.openxmlformats.org/drawingml/2006/main">
            <a:off x="6191250" y="40957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1" name="">
            <a:extLst xmlns:a="http://schemas.openxmlformats.org/drawingml/2006/main">
              <a:ext uri="{FF2B5EF4-FFF2-40B4-BE49-F238E27FC236}">
                <a16:creationId xmlns:a16="http://schemas.microsoft.com/office/drawing/2014/main" id="{95A6ED4F-F5B3-46EE-A42B-46B556EDE5C9}"/>
              </a:ext>
            </a:extLst>
          </p:cNvPr>
          <p:cNvSpPr>
            <a:spLocks xmlns:a="http://schemas.openxmlformats.org/drawingml/2006/main" noGrp="1"/>
          </p:cNvSpPr>
          <p:nvPr/>
        </p:nvSpPr>
        <p:spPr>
          <a:xfrm xmlns:a="http://schemas.openxmlformats.org/drawingml/2006/main">
            <a:off x="6267450" y="41624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2" name="">
            <a:extLst xmlns:a="http://schemas.openxmlformats.org/drawingml/2006/main">
              <a:ext uri="{FF2B5EF4-FFF2-40B4-BE49-F238E27FC236}">
                <a16:creationId xmlns:a16="http://schemas.microsoft.com/office/drawing/2014/main" id="{4B582942-A556-4A37-BBF7-17A25BFFA972}"/>
              </a:ext>
            </a:extLst>
          </p:cNvPr>
          <p:cNvSpPr>
            <a:spLocks xmlns:a="http://schemas.openxmlformats.org/drawingml/2006/main" noGrp="1"/>
          </p:cNvSpPr>
          <p:nvPr/>
        </p:nvSpPr>
        <p:spPr>
          <a:xfrm xmlns:a="http://schemas.openxmlformats.org/drawingml/2006/main">
            <a:off x="4838700" y="4514850"/>
            <a:ext cx="1162050" cy="266700"/>
          </a:xfrm>
          <a:prstGeom xmlns:a="http://schemas.openxmlformats.org/drawingml/2006/main" prst="roundRect">
            <a:avLst>
              <a:gd name="adj" fmla="val 28571"/>
            </a:avLst>
          </a:prstGeom>
          <a:solidFill xmlns:a="http://schemas.openxmlformats.org/drawingml/2006/main">
            <a:srgbClr val="EAF7EF"/>
          </a:solidFill>
          <a:ln xmlns:a="http://schemas.openxmlformats.org/drawingml/2006/main" w="9525">
            <a:solidFill>
              <a:srgbClr val="D8DEE8"/>
            </a:solidFill>
            <a:prstDash val="solid"/>
          </a:ln>
        </p:spPr>
      </p:sp>
      <p:sp>
        <p:nvSpPr>
          <p:cNvPr id="93" name="">
            <a:extLst xmlns:a="http://schemas.openxmlformats.org/drawingml/2006/main">
              <a:ext uri="{FF2B5EF4-FFF2-40B4-BE49-F238E27FC236}">
                <a16:creationId xmlns:a16="http://schemas.microsoft.com/office/drawing/2014/main" id="{F94CDD6F-0BB7-454F-8654-98D3A90790F9}"/>
              </a:ext>
            </a:extLst>
          </p:cNvPr>
          <p:cNvSpPr>
            <a:spLocks xmlns:a="http://schemas.openxmlformats.org/drawingml/2006/main" noGrp="1"/>
          </p:cNvSpPr>
          <p:nvPr/>
        </p:nvSpPr>
        <p:spPr>
          <a:xfrm xmlns:a="http://schemas.openxmlformats.org/drawingml/2006/main">
            <a:off x="491490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4" name="">
            <a:extLst xmlns:a="http://schemas.openxmlformats.org/drawingml/2006/main">
              <a:ext uri="{FF2B5EF4-FFF2-40B4-BE49-F238E27FC236}">
                <a16:creationId xmlns:a16="http://schemas.microsoft.com/office/drawing/2014/main" id="{C9D94E67-C0C6-479D-BA2A-53D2B2962AC2}"/>
              </a:ext>
            </a:extLst>
          </p:cNvPr>
          <p:cNvSpPr>
            <a:spLocks xmlns:a="http://schemas.openxmlformats.org/drawingml/2006/main" noGrp="1"/>
          </p:cNvSpPr>
          <p:nvPr/>
        </p:nvSpPr>
        <p:spPr>
          <a:xfrm xmlns:a="http://schemas.openxmlformats.org/drawingml/2006/main">
            <a:off x="6191250" y="4514850"/>
            <a:ext cx="1162050" cy="266700"/>
          </a:xfrm>
          <a:prstGeom xmlns:a="http://schemas.openxmlformats.org/drawingml/2006/main" prst="roundRect">
            <a:avLst>
              <a:gd name="adj" fmla="val 28571"/>
            </a:avLst>
          </a:prstGeom>
          <a:solidFill xmlns:a="http://schemas.openxmlformats.org/drawingml/2006/main">
            <a:srgbClr val="EEF3F8"/>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6DA04AAE-D22D-4BB7-8BBD-C3C532C02C77}"/>
              </a:ext>
            </a:extLst>
          </p:cNvPr>
          <p:cNvSpPr>
            <a:spLocks xmlns:a="http://schemas.openxmlformats.org/drawingml/2006/main" noGrp="1"/>
          </p:cNvSpPr>
          <p:nvPr/>
        </p:nvSpPr>
        <p:spPr>
          <a:xfrm xmlns:a="http://schemas.openxmlformats.org/drawingml/2006/main">
            <a:off x="6267450" y="458152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6" name="">
            <a:extLst xmlns:a="http://schemas.openxmlformats.org/drawingml/2006/main">
              <a:ext uri="{FF2B5EF4-FFF2-40B4-BE49-F238E27FC236}">
                <a16:creationId xmlns:a16="http://schemas.microsoft.com/office/drawing/2014/main" id="{3C431DEA-53FB-4BDB-B40D-808516DB4AB7}"/>
              </a:ext>
            </a:extLst>
          </p:cNvPr>
          <p:cNvSpPr>
            <a:spLocks xmlns:a="http://schemas.openxmlformats.org/drawingml/2006/main" noGrp="1"/>
          </p:cNvSpPr>
          <p:nvPr/>
        </p:nvSpPr>
        <p:spPr>
          <a:xfrm xmlns:a="http://schemas.openxmlformats.org/drawingml/2006/main">
            <a:off x="8591550" y="3619500"/>
            <a:ext cx="2857500" cy="1390650"/>
          </a:xfrm>
          <a:prstGeom xmlns:a="http://schemas.openxmlformats.org/drawingml/2006/main" prst="roundRect">
            <a:avLst>
              <a:gd name="adj" fmla="val 5479"/>
            </a:avLst>
          </a:prstGeom>
          <a:solidFill xmlns:a="http://schemas.openxmlformats.org/drawingml/2006/main">
            <a:srgbClr val="FFF7ED"/>
          </a:solidFill>
          <a:ln xmlns:a="http://schemas.openxmlformats.org/drawingml/2006/main" w="9525">
            <a:solidFill>
              <a:srgbClr val="FED7AA"/>
            </a:solidFill>
            <a:prstDash val="solid"/>
          </a:ln>
        </p:spPr>
      </p:sp>
      <p:sp>
        <p:nvSpPr>
          <p:cNvPr id="97" name="">
            <a:extLst xmlns:a="http://schemas.openxmlformats.org/drawingml/2006/main">
              <a:ext uri="{FF2B5EF4-FFF2-40B4-BE49-F238E27FC236}">
                <a16:creationId xmlns:a16="http://schemas.microsoft.com/office/drawing/2014/main" id="{9A2C337D-6702-4F9F-9196-B61A82C5BB89}"/>
              </a:ext>
            </a:extLst>
          </p:cNvPr>
          <p:cNvSpPr>
            <a:spLocks xmlns:a="http://schemas.openxmlformats.org/drawingml/2006/main" noGrp="1"/>
          </p:cNvSpPr>
          <p:nvPr/>
        </p:nvSpPr>
        <p:spPr>
          <a:xfrm xmlns:a="http://schemas.openxmlformats.org/drawingml/2006/main">
            <a:off x="8763000" y="37909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8" name="">
            <a:extLst xmlns:a="http://schemas.openxmlformats.org/drawingml/2006/main">
              <a:ext uri="{FF2B5EF4-FFF2-40B4-BE49-F238E27FC236}">
                <a16:creationId xmlns:a16="http://schemas.microsoft.com/office/drawing/2014/main" id="{652B6A66-89E5-45BF-B32D-5E34E5FEEA7B}"/>
              </a:ext>
            </a:extLst>
          </p:cNvPr>
          <p:cNvSpPr>
            <a:spLocks xmlns:a="http://schemas.openxmlformats.org/drawingml/2006/main" noGrp="1"/>
          </p:cNvSpPr>
          <p:nvPr/>
        </p:nvSpPr>
        <p:spPr>
          <a:xfrm xmlns:a="http://schemas.openxmlformats.org/drawingml/2006/main">
            <a:off x="8763000" y="4076700"/>
            <a:ext cx="25146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99" name="">
            <a:extLst xmlns:a="http://schemas.openxmlformats.org/drawingml/2006/main">
              <a:ext uri="{FF2B5EF4-FFF2-40B4-BE49-F238E27FC236}">
                <a16:creationId xmlns:a16="http://schemas.microsoft.com/office/drawing/2014/main" id="{997FE9B4-E500-401A-AAB6-11361FB2C992}"/>
              </a:ext>
            </a:extLst>
          </p:cNvPr>
          <p:cNvSpPr>
            <a:spLocks xmlns:a="http://schemas.openxmlformats.org/drawingml/2006/main" noGrp="1"/>
          </p:cNvSpPr>
          <p:nvPr/>
        </p:nvSpPr>
        <p:spPr>
          <a:xfrm xmlns:a="http://schemas.openxmlformats.org/drawingml/2006/main">
            <a:off x="8705850" y="52197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00" name="">
            <a:extLst xmlns:a="http://schemas.openxmlformats.org/drawingml/2006/main">
              <a:ext uri="{FF2B5EF4-FFF2-40B4-BE49-F238E27FC236}">
                <a16:creationId xmlns:a16="http://schemas.microsoft.com/office/drawing/2014/main" id="{33FA5AC1-2E8C-48B7-9ED8-E1F028D91123}"/>
              </a:ext>
            </a:extLst>
          </p:cNvPr>
          <p:cNvSpPr>
            <a:spLocks xmlns:a="http://schemas.openxmlformats.org/drawingml/2006/main" noGrp="1"/>
          </p:cNvSpPr>
          <p:nvPr/>
        </p:nvSpPr>
        <p:spPr>
          <a:xfrm xmlns:a="http://schemas.openxmlformats.org/drawingml/2006/main">
            <a:off x="8801100" y="52673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xmlns:p14="http://schemas.microsoft.com/office/powerpoint/2010/main" val="8209829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B2BBE4-78D8-4F5E-829B-0B155A78C9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57AC016-F88F-42A7-A9B8-342EC6773AC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D7C1DF8-F8F0-4352-970C-DD321901597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4" name="">
            <a:extLst xmlns:a="http://schemas.openxmlformats.org/drawingml/2006/main">
              <a:ext uri="{FF2B5EF4-FFF2-40B4-BE49-F238E27FC236}">
                <a16:creationId xmlns:a16="http://schemas.microsoft.com/office/drawing/2014/main" id="{0BEB3C3A-D95F-4A02-92E2-0217F504B700}"/>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5" name="">
            <a:extLst xmlns:a="http://schemas.openxmlformats.org/drawingml/2006/main">
              <a:ext uri="{FF2B5EF4-FFF2-40B4-BE49-F238E27FC236}">
                <a16:creationId xmlns:a16="http://schemas.microsoft.com/office/drawing/2014/main" id="{6F0377C8-12BC-4832-9A01-CF78506CB2C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6" name="">
            <a:extLst xmlns:a="http://schemas.openxmlformats.org/drawingml/2006/main">
              <a:ext uri="{FF2B5EF4-FFF2-40B4-BE49-F238E27FC236}">
                <a16:creationId xmlns:a16="http://schemas.microsoft.com/office/drawing/2014/main" id="{703790D3-AC52-4C60-A05E-F4F68A70F26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E956925-8E53-402B-9E63-2EAFE07271A4}"/>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B4016F6-54DF-4C70-9FB3-26DE4723C53B}"/>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07FC2B2C-357D-4B7C-B4B7-869CD7CD1C7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0" name="">
            <a:extLst xmlns:a="http://schemas.openxmlformats.org/drawingml/2006/main">
              <a:ext uri="{FF2B5EF4-FFF2-40B4-BE49-F238E27FC236}">
                <a16:creationId xmlns:a16="http://schemas.microsoft.com/office/drawing/2014/main" id="{CD0D5153-A762-4D13-B98C-60288E9B6721}"/>
              </a:ext>
            </a:extLst>
          </p:cNvPr>
          <p:cNvSpPr>
            <a:spLocks xmlns:a="http://schemas.openxmlformats.org/drawingml/2006/main" noGrp="1"/>
          </p:cNvSpPr>
          <p:nvPr/>
        </p:nvSpPr>
        <p:spPr>
          <a:xfrm xmlns:a="http://schemas.openxmlformats.org/drawingml/2006/main">
            <a:off x="514350" y="1428750"/>
            <a:ext cx="8724900" cy="4648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6a082cecd37495c"/>
          <a:stretch xmlns:a="http://schemas.openxmlformats.org/drawingml/2006/main"/>
        </p:blipFill>
        <p:spPr>
          <a:xfrm xmlns:a="http://schemas.openxmlformats.org/drawingml/2006/main">
            <a:off x="2878667" y="1504950"/>
            <a:ext cx="3996267" cy="4495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4959843-D1C2-4DE5-9B96-04350ED5A0BD}"/>
              </a:ext>
            </a:extLst>
          </p:cNvPr>
          <p:cNvSpPr>
            <a:spLocks xmlns:a="http://schemas.openxmlformats.org/drawingml/2006/main" noGrp="1"/>
          </p:cNvSpPr>
          <p:nvPr/>
        </p:nvSpPr>
        <p:spPr>
          <a:xfrm xmlns:a="http://schemas.openxmlformats.org/drawingml/2006/main">
            <a:off x="9620250" y="1771650"/>
            <a:ext cx="1714500" cy="1619250"/>
          </a:xfrm>
          <a:prstGeom xmlns:a="http://schemas.openxmlformats.org/drawingml/2006/main" prst="roundRect">
            <a:avLst>
              <a:gd name="adj" fmla="val 4706"/>
            </a:avLst>
          </a:prstGeom>
          <a:solidFill xmlns:a="http://schemas.openxmlformats.org/drawingml/2006/main">
            <a:srgbClr val="E8F1FA"/>
          </a:solidFill>
          <a:ln xmlns:a="http://schemas.openxmlformats.org/drawingml/2006/main" w="9525">
            <a:solidFill>
              <a:srgbClr val="B9D5F0"/>
            </a:solidFill>
            <a:prstDash val="solid"/>
          </a:ln>
        </p:spPr>
      </p:sp>
      <p:sp>
        <p:nvSpPr>
          <p:cNvPr id="13" name="">
            <a:extLst xmlns:a="http://schemas.openxmlformats.org/drawingml/2006/main">
              <a:ext uri="{FF2B5EF4-FFF2-40B4-BE49-F238E27FC236}">
                <a16:creationId xmlns:a16="http://schemas.microsoft.com/office/drawing/2014/main" id="{7A50A657-7DD4-440C-90C3-698D6E2B25D0}"/>
              </a:ext>
            </a:extLst>
          </p:cNvPr>
          <p:cNvSpPr>
            <a:spLocks xmlns:a="http://schemas.openxmlformats.org/drawingml/2006/main" noGrp="1"/>
          </p:cNvSpPr>
          <p:nvPr/>
        </p:nvSpPr>
        <p:spPr>
          <a:xfrm xmlns:a="http://schemas.openxmlformats.org/drawingml/2006/main">
            <a:off x="9791700" y="1943100"/>
            <a:ext cx="1371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4" name="">
            <a:extLst xmlns:a="http://schemas.openxmlformats.org/drawingml/2006/main">
              <a:ext uri="{FF2B5EF4-FFF2-40B4-BE49-F238E27FC236}">
                <a16:creationId xmlns:a16="http://schemas.microsoft.com/office/drawing/2014/main" id="{FC2F1144-C637-4EF7-98A4-F393F734B4B7}"/>
              </a:ext>
            </a:extLst>
          </p:cNvPr>
          <p:cNvSpPr>
            <a:spLocks xmlns:a="http://schemas.openxmlformats.org/drawingml/2006/main" noGrp="1"/>
          </p:cNvSpPr>
          <p:nvPr/>
        </p:nvSpPr>
        <p:spPr>
          <a:xfrm xmlns:a="http://schemas.openxmlformats.org/drawingml/2006/main">
            <a:off x="9791700" y="2228850"/>
            <a:ext cx="1371600" cy="1028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5" name="">
            <a:extLst xmlns:a="http://schemas.openxmlformats.org/drawingml/2006/main">
              <a:ext uri="{FF2B5EF4-FFF2-40B4-BE49-F238E27FC236}">
                <a16:creationId xmlns:a16="http://schemas.microsoft.com/office/drawing/2014/main" id="{2895C44C-AD8E-4C5B-A4DB-1BBD72CDE480}"/>
              </a:ext>
            </a:extLst>
          </p:cNvPr>
          <p:cNvSpPr>
            <a:spLocks xmlns:a="http://schemas.openxmlformats.org/drawingml/2006/main" noGrp="1"/>
          </p:cNvSpPr>
          <p:nvPr/>
        </p:nvSpPr>
        <p:spPr>
          <a:xfrm xmlns:a="http://schemas.openxmlformats.org/drawingml/2006/main">
            <a:off x="9620250" y="1524000"/>
            <a:ext cx="1695450" cy="247650"/>
          </a:xfrm>
          <a:prstGeom xmlns:a="http://schemas.openxmlformats.org/drawingml/2006/main" prst="rect">
            <a:avLst/>
          </a:prstGeom>
          <a:solidFill xmlns:a="http://schemas.openxmlformats.org/drawingml/2006/main">
            <a:srgbClr val="E8F1FA"/>
          </a:solidFill>
          <a:ln xmlns:a="http://schemas.openxmlformats.org/drawingml/2006/main" w="0">
            <a:solidFill>
              <a:srgbClr val="E8F1FA"/>
            </a:solidFill>
            <a:prstDash val="solid"/>
          </a:ln>
        </p:spPr>
      </p:sp>
      <p:sp>
        <p:nvSpPr>
          <p:cNvPr id="16" name="">
            <a:extLst xmlns:a="http://schemas.openxmlformats.org/drawingml/2006/main">
              <a:ext uri="{FF2B5EF4-FFF2-40B4-BE49-F238E27FC236}">
                <a16:creationId xmlns:a16="http://schemas.microsoft.com/office/drawing/2014/main" id="{21006D9D-0A8D-4FE1-8AE8-E93A3780F12F}"/>
              </a:ext>
            </a:extLst>
          </p:cNvPr>
          <p:cNvSpPr>
            <a:spLocks xmlns:a="http://schemas.openxmlformats.org/drawingml/2006/main" noGrp="1"/>
          </p:cNvSpPr>
          <p:nvPr/>
        </p:nvSpPr>
        <p:spPr>
          <a:xfrm xmlns:a="http://schemas.openxmlformats.org/drawingml/2006/main">
            <a:off x="9715500" y="1571625"/>
            <a:ext cx="1504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xmlns:p14="http://schemas.microsoft.com/office/powerpoint/2010/main" val="66210841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227D3E-7FE0-4416-8F40-FDE6E278A5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17A4D74-0A96-4F13-813E-26A2C7FA99A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3CCD8B8-51B8-4FFD-86BF-FDF279FCD4CE}"/>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4" name="">
            <a:extLst xmlns:a="http://schemas.openxmlformats.org/drawingml/2006/main">
              <a:ext uri="{FF2B5EF4-FFF2-40B4-BE49-F238E27FC236}">
                <a16:creationId xmlns:a16="http://schemas.microsoft.com/office/drawing/2014/main" id="{9C8B6091-1662-4BA8-AD5D-83D2EA141E5D}"/>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5" name="">
            <a:extLst xmlns:a="http://schemas.openxmlformats.org/drawingml/2006/main">
              <a:ext uri="{FF2B5EF4-FFF2-40B4-BE49-F238E27FC236}">
                <a16:creationId xmlns:a16="http://schemas.microsoft.com/office/drawing/2014/main" id="{43D03176-348C-4C27-B8DA-0155D71DD809}"/>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6" name="">
            <a:extLst xmlns:a="http://schemas.openxmlformats.org/drawingml/2006/main">
              <a:ext uri="{FF2B5EF4-FFF2-40B4-BE49-F238E27FC236}">
                <a16:creationId xmlns:a16="http://schemas.microsoft.com/office/drawing/2014/main" id="{8D6DE81D-4F82-4C01-981F-A59CE7733AA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A426196-718E-4C30-80E7-A31AAF001AC9}"/>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D2ED9BD-FB25-4DB3-A4A9-EBC1DD08744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51A35220-43BF-4684-8A85-E5242928F26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0" name="">
            <a:extLst xmlns:a="http://schemas.openxmlformats.org/drawingml/2006/main">
              <a:ext uri="{FF2B5EF4-FFF2-40B4-BE49-F238E27FC236}">
                <a16:creationId xmlns:a16="http://schemas.microsoft.com/office/drawing/2014/main" id="{2559D8F8-DDC0-42C6-92E3-FDF217FF5288}"/>
              </a:ext>
            </a:extLst>
          </p:cNvPr>
          <p:cNvSpPr>
            <a:spLocks xmlns:a="http://schemas.openxmlformats.org/drawingml/2006/main" noGrp="1"/>
          </p:cNvSpPr>
          <p:nvPr/>
        </p:nvSpPr>
        <p:spPr>
          <a:xfrm xmlns:a="http://schemas.openxmlformats.org/drawingml/2006/main">
            <a:off x="514350" y="1428750"/>
            <a:ext cx="843915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8dc2c4cf9e54930"/>
          <a:stretch xmlns:a="http://schemas.openxmlformats.org/drawingml/2006/main"/>
        </p:blipFill>
        <p:spPr>
          <a:xfrm xmlns:a="http://schemas.openxmlformats.org/drawingml/2006/main">
            <a:off x="2352675" y="1504950"/>
            <a:ext cx="47625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00170B1-0B68-4F57-9518-78FB24EAF8BB}"/>
              </a:ext>
            </a:extLst>
          </p:cNvPr>
          <p:cNvSpPr>
            <a:spLocks xmlns:a="http://schemas.openxmlformats.org/drawingml/2006/main" noGrp="1"/>
          </p:cNvSpPr>
          <p:nvPr/>
        </p:nvSpPr>
        <p:spPr>
          <a:xfrm xmlns:a="http://schemas.openxmlformats.org/drawingml/2006/main">
            <a:off x="9429750" y="1790700"/>
            <a:ext cx="1952625" cy="1857375"/>
          </a:xfrm>
          <a:prstGeom xmlns:a="http://schemas.openxmlformats.org/drawingml/2006/main" prst="roundRect">
            <a:avLst>
              <a:gd name="adj" fmla="val 4103"/>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EFBADD4A-45D9-4439-97D1-F73944828286}"/>
              </a:ext>
            </a:extLst>
          </p:cNvPr>
          <p:cNvSpPr>
            <a:spLocks xmlns:a="http://schemas.openxmlformats.org/drawingml/2006/main" noGrp="1"/>
          </p:cNvSpPr>
          <p:nvPr/>
        </p:nvSpPr>
        <p:spPr>
          <a:xfrm xmlns:a="http://schemas.openxmlformats.org/drawingml/2006/main">
            <a:off x="9601200" y="1962150"/>
            <a:ext cx="16097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4" name="">
            <a:extLst xmlns:a="http://schemas.openxmlformats.org/drawingml/2006/main">
              <a:ext uri="{FF2B5EF4-FFF2-40B4-BE49-F238E27FC236}">
                <a16:creationId xmlns:a16="http://schemas.microsoft.com/office/drawing/2014/main" id="{5D86A351-93B6-4184-B2A2-177745F85144}"/>
              </a:ext>
            </a:extLst>
          </p:cNvPr>
          <p:cNvSpPr>
            <a:spLocks xmlns:a="http://schemas.openxmlformats.org/drawingml/2006/main" noGrp="1"/>
          </p:cNvSpPr>
          <p:nvPr/>
        </p:nvSpPr>
        <p:spPr>
          <a:xfrm xmlns:a="http://schemas.openxmlformats.org/drawingml/2006/main">
            <a:off x="9601200" y="2247900"/>
            <a:ext cx="1609725" cy="1266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5" name="">
            <a:extLst xmlns:a="http://schemas.openxmlformats.org/drawingml/2006/main">
              <a:ext uri="{FF2B5EF4-FFF2-40B4-BE49-F238E27FC236}">
                <a16:creationId xmlns:a16="http://schemas.microsoft.com/office/drawing/2014/main" id="{7D093923-F5E2-46E0-8095-1ECFE542AA86}"/>
              </a:ext>
            </a:extLst>
          </p:cNvPr>
          <p:cNvSpPr>
            <a:spLocks xmlns:a="http://schemas.openxmlformats.org/drawingml/2006/main" noGrp="1"/>
          </p:cNvSpPr>
          <p:nvPr/>
        </p:nvSpPr>
        <p:spPr>
          <a:xfrm xmlns:a="http://schemas.openxmlformats.org/drawingml/2006/main">
            <a:off x="9620250" y="1524000"/>
            <a:ext cx="19240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6C1813AC-A704-40A1-B142-23617788B4C6}"/>
              </a:ext>
            </a:extLst>
          </p:cNvPr>
          <p:cNvSpPr>
            <a:spLocks xmlns:a="http://schemas.openxmlformats.org/drawingml/2006/main" noGrp="1"/>
          </p:cNvSpPr>
          <p:nvPr/>
        </p:nvSpPr>
        <p:spPr>
          <a:xfrm xmlns:a="http://schemas.openxmlformats.org/drawingml/2006/main">
            <a:off x="9715500" y="1571625"/>
            <a:ext cx="1733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xmlns:p14="http://schemas.microsoft.com/office/powerpoint/2010/main" val="48062184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1CAA62-C821-493B-B71D-176FAE6934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083A590-F40F-4165-BD7A-2E38C487F9D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71F6486-ED8E-4330-8CC8-4691C2971163}"/>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4" name="">
            <a:extLst xmlns:a="http://schemas.openxmlformats.org/drawingml/2006/main">
              <a:ext uri="{FF2B5EF4-FFF2-40B4-BE49-F238E27FC236}">
                <a16:creationId xmlns:a16="http://schemas.microsoft.com/office/drawing/2014/main" id="{E04A9D9E-A33A-474D-AD85-0D1BCEBBB3BD}"/>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5" name="">
            <a:extLst xmlns:a="http://schemas.openxmlformats.org/drawingml/2006/main">
              <a:ext uri="{FF2B5EF4-FFF2-40B4-BE49-F238E27FC236}">
                <a16:creationId xmlns:a16="http://schemas.microsoft.com/office/drawing/2014/main" id="{C9F24545-EE54-4E48-9D79-5F633C54E54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6" name="">
            <a:extLst xmlns:a="http://schemas.openxmlformats.org/drawingml/2006/main">
              <a:ext uri="{FF2B5EF4-FFF2-40B4-BE49-F238E27FC236}">
                <a16:creationId xmlns:a16="http://schemas.microsoft.com/office/drawing/2014/main" id="{F5321640-45D6-4D42-8BC3-CF44E0B87DF3}"/>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DBDDB4C-62CF-4F0F-B2C5-D8FACCE032E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F65D387-ADB8-4115-AE29-1B8507C19E7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B0A74478-66B7-4E0C-B9E2-230B69BEE21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0" name="">
            <a:extLst xmlns:a="http://schemas.openxmlformats.org/drawingml/2006/main">
              <a:ext uri="{FF2B5EF4-FFF2-40B4-BE49-F238E27FC236}">
                <a16:creationId xmlns:a16="http://schemas.microsoft.com/office/drawing/2014/main" id="{FF896825-476E-41C0-A784-9F3357C84A33}"/>
              </a:ext>
            </a:extLst>
          </p:cNvPr>
          <p:cNvSpPr>
            <a:spLocks xmlns:a="http://schemas.openxmlformats.org/drawingml/2006/main" noGrp="1"/>
          </p:cNvSpPr>
          <p:nvPr/>
        </p:nvSpPr>
        <p:spPr>
          <a:xfrm xmlns:a="http://schemas.openxmlformats.org/drawingml/2006/main">
            <a:off x="514350" y="1428750"/>
            <a:ext cx="8772525"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7a7d91372fb43a0"/>
          <a:stretch xmlns:a="http://schemas.openxmlformats.org/drawingml/2006/main"/>
        </p:blipFill>
        <p:spPr>
          <a:xfrm xmlns:a="http://schemas.openxmlformats.org/drawingml/2006/main">
            <a:off x="1791758" y="1504950"/>
            <a:ext cx="621770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E2F9A99-449A-42D8-807E-76DB82D74037}"/>
              </a:ext>
            </a:extLst>
          </p:cNvPr>
          <p:cNvSpPr>
            <a:spLocks xmlns:a="http://schemas.openxmlformats.org/drawingml/2006/main" noGrp="1"/>
          </p:cNvSpPr>
          <p:nvPr/>
        </p:nvSpPr>
        <p:spPr>
          <a:xfrm xmlns:a="http://schemas.openxmlformats.org/drawingml/2006/main">
            <a:off x="9572625" y="1790700"/>
            <a:ext cx="1809750" cy="1809750"/>
          </a:xfrm>
          <a:prstGeom xmlns:a="http://schemas.openxmlformats.org/drawingml/2006/main" prst="roundRect">
            <a:avLst>
              <a:gd name="adj" fmla="val 4211"/>
            </a:avLst>
          </a:prstGeom>
          <a:solidFill xmlns:a="http://schemas.openxmlformats.org/drawingml/2006/main">
            <a:srgbClr val="EAF7EF"/>
          </a:solidFill>
          <a:ln xmlns:a="http://schemas.openxmlformats.org/drawingml/2006/main" w="9525">
            <a:solidFill>
              <a:srgbClr val="BCE4C9"/>
            </a:solidFill>
            <a:prstDash val="solid"/>
          </a:ln>
        </p:spPr>
      </p:sp>
      <p:sp>
        <p:nvSpPr>
          <p:cNvPr id="13" name="">
            <a:extLst xmlns:a="http://schemas.openxmlformats.org/drawingml/2006/main">
              <a:ext uri="{FF2B5EF4-FFF2-40B4-BE49-F238E27FC236}">
                <a16:creationId xmlns:a16="http://schemas.microsoft.com/office/drawing/2014/main" id="{7D5E7D7B-0493-48D6-B9FC-A6AB016FA6C0}"/>
              </a:ext>
            </a:extLst>
          </p:cNvPr>
          <p:cNvSpPr>
            <a:spLocks xmlns:a="http://schemas.openxmlformats.org/drawingml/2006/main" noGrp="1"/>
          </p:cNvSpPr>
          <p:nvPr/>
        </p:nvSpPr>
        <p:spPr>
          <a:xfrm xmlns:a="http://schemas.openxmlformats.org/drawingml/2006/main">
            <a:off x="9744075" y="196215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4" name="">
            <a:extLst xmlns:a="http://schemas.openxmlformats.org/drawingml/2006/main">
              <a:ext uri="{FF2B5EF4-FFF2-40B4-BE49-F238E27FC236}">
                <a16:creationId xmlns:a16="http://schemas.microsoft.com/office/drawing/2014/main" id="{F0404AAB-8501-4DBF-9E39-4F65B7B157F9}"/>
              </a:ext>
            </a:extLst>
          </p:cNvPr>
          <p:cNvSpPr>
            <a:spLocks xmlns:a="http://schemas.openxmlformats.org/drawingml/2006/main" noGrp="1"/>
          </p:cNvSpPr>
          <p:nvPr/>
        </p:nvSpPr>
        <p:spPr>
          <a:xfrm xmlns:a="http://schemas.openxmlformats.org/drawingml/2006/main">
            <a:off x="9744075" y="2247900"/>
            <a:ext cx="14668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5" name="">
            <a:extLst xmlns:a="http://schemas.openxmlformats.org/drawingml/2006/main">
              <a:ext uri="{FF2B5EF4-FFF2-40B4-BE49-F238E27FC236}">
                <a16:creationId xmlns:a16="http://schemas.microsoft.com/office/drawing/2014/main" id="{DFCA4FAF-99FC-4A23-83FE-F9BB3A52DA99}"/>
              </a:ext>
            </a:extLst>
          </p:cNvPr>
          <p:cNvSpPr>
            <a:spLocks xmlns:a="http://schemas.openxmlformats.org/drawingml/2006/main" noGrp="1"/>
          </p:cNvSpPr>
          <p:nvPr/>
        </p:nvSpPr>
        <p:spPr>
          <a:xfrm xmlns:a="http://schemas.openxmlformats.org/drawingml/2006/main">
            <a:off x="9620250" y="1524000"/>
            <a:ext cx="2000250" cy="247650"/>
          </a:xfrm>
          <a:prstGeom xmlns:a="http://schemas.openxmlformats.org/drawingml/2006/main" prst="rect">
            <a:avLst/>
          </a:prstGeom>
          <a:solidFill xmlns:a="http://schemas.openxmlformats.org/drawingml/2006/main">
            <a:srgbClr val="EAF7EF"/>
          </a:solidFill>
          <a:ln xmlns:a="http://schemas.openxmlformats.org/drawingml/2006/main" w="0">
            <a:solidFill>
              <a:srgbClr val="EAF7EF"/>
            </a:solidFill>
            <a:prstDash val="solid"/>
          </a:ln>
        </p:spPr>
      </p:sp>
      <p:sp>
        <p:nvSpPr>
          <p:cNvPr id="16" name="">
            <a:extLst xmlns:a="http://schemas.openxmlformats.org/drawingml/2006/main">
              <a:ext uri="{FF2B5EF4-FFF2-40B4-BE49-F238E27FC236}">
                <a16:creationId xmlns:a16="http://schemas.microsoft.com/office/drawing/2014/main" id="{038D9873-33BD-4A5B-88BC-0C367952D61A}"/>
              </a:ext>
            </a:extLst>
          </p:cNvPr>
          <p:cNvSpPr>
            <a:spLocks xmlns:a="http://schemas.openxmlformats.org/drawingml/2006/main" noGrp="1"/>
          </p:cNvSpPr>
          <p:nvPr/>
        </p:nvSpPr>
        <p:spPr>
          <a:xfrm xmlns:a="http://schemas.openxmlformats.org/drawingml/2006/main">
            <a:off x="971550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xmlns:p14="http://schemas.microsoft.com/office/powerpoint/2010/main" val="18979424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BE8C27E-849A-47F7-B70C-098AF69121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531B80-EF0C-44E9-8E32-1EADE84D9AA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BEC9DD6-8489-45D5-BBF1-EF576BFC014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4" name="">
            <a:extLst xmlns:a="http://schemas.openxmlformats.org/drawingml/2006/main">
              <a:ext uri="{FF2B5EF4-FFF2-40B4-BE49-F238E27FC236}">
                <a16:creationId xmlns:a16="http://schemas.microsoft.com/office/drawing/2014/main" id="{C438F09C-686F-48A9-BD6D-8BDEC5D7E2DE}"/>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5" name="">
            <a:extLst xmlns:a="http://schemas.openxmlformats.org/drawingml/2006/main">
              <a:ext uri="{FF2B5EF4-FFF2-40B4-BE49-F238E27FC236}">
                <a16:creationId xmlns:a16="http://schemas.microsoft.com/office/drawing/2014/main" id="{B81D20F9-ED71-4439-8471-10694B26B233}"/>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6" name="">
            <a:extLst xmlns:a="http://schemas.openxmlformats.org/drawingml/2006/main">
              <a:ext uri="{FF2B5EF4-FFF2-40B4-BE49-F238E27FC236}">
                <a16:creationId xmlns:a16="http://schemas.microsoft.com/office/drawing/2014/main" id="{96883A71-C8B6-48DA-98FD-C72463B47D3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70521DE-20B0-488C-839D-B4C505123FC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0D9B606-FA14-45D6-BE94-59962F6A107D}"/>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1AF60C58-07FB-475C-B018-4DCF962F8157}"/>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0" name="">
            <a:extLst xmlns:a="http://schemas.openxmlformats.org/drawingml/2006/main">
              <a:ext uri="{FF2B5EF4-FFF2-40B4-BE49-F238E27FC236}">
                <a16:creationId xmlns:a16="http://schemas.microsoft.com/office/drawing/2014/main" id="{261EEEC8-E276-4220-AEAD-6AC895E5A4D2}"/>
              </a:ext>
            </a:extLst>
          </p:cNvPr>
          <p:cNvSpPr>
            <a:spLocks xmlns:a="http://schemas.openxmlformats.org/drawingml/2006/main" noGrp="1"/>
          </p:cNvSpPr>
          <p:nvPr/>
        </p:nvSpPr>
        <p:spPr>
          <a:xfrm xmlns:a="http://schemas.openxmlformats.org/drawingml/2006/main">
            <a:off x="476250" y="1409700"/>
            <a:ext cx="9963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ff172013edc4804"/>
          <a:stretch xmlns:a="http://schemas.openxmlformats.org/drawingml/2006/main"/>
        </p:blipFill>
        <p:spPr>
          <a:xfrm xmlns:a="http://schemas.openxmlformats.org/drawingml/2006/main">
            <a:off x="2178504" y="1485900"/>
            <a:ext cx="6558643"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A589026-A676-43A8-897F-AEE80BFC0DB7}"/>
              </a:ext>
            </a:extLst>
          </p:cNvPr>
          <p:cNvSpPr>
            <a:spLocks xmlns:a="http://schemas.openxmlformats.org/drawingml/2006/main" noGrp="1"/>
          </p:cNvSpPr>
          <p:nvPr/>
        </p:nvSpPr>
        <p:spPr>
          <a:xfrm xmlns:a="http://schemas.openxmlformats.org/drawingml/2006/main">
            <a:off x="10496550" y="1771650"/>
            <a:ext cx="1123950" cy="20764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871AB5A-601E-484A-9AA3-42B194551C1E}"/>
              </a:ext>
            </a:extLst>
          </p:cNvPr>
          <p:cNvSpPr>
            <a:spLocks xmlns:a="http://schemas.openxmlformats.org/drawingml/2006/main" noGrp="1"/>
          </p:cNvSpPr>
          <p:nvPr/>
        </p:nvSpPr>
        <p:spPr>
          <a:xfrm xmlns:a="http://schemas.openxmlformats.org/drawingml/2006/main">
            <a:off x="10668000" y="19431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4" name="">
            <a:extLst xmlns:a="http://schemas.openxmlformats.org/drawingml/2006/main">
              <a:ext uri="{FF2B5EF4-FFF2-40B4-BE49-F238E27FC236}">
                <a16:creationId xmlns:a16="http://schemas.microsoft.com/office/drawing/2014/main" id="{79E189B3-D9DD-489B-9013-11D674B978CC}"/>
              </a:ext>
            </a:extLst>
          </p:cNvPr>
          <p:cNvSpPr>
            <a:spLocks xmlns:a="http://schemas.openxmlformats.org/drawingml/2006/main" noGrp="1"/>
          </p:cNvSpPr>
          <p:nvPr/>
        </p:nvSpPr>
        <p:spPr>
          <a:xfrm xmlns:a="http://schemas.openxmlformats.org/drawingml/2006/main">
            <a:off x="10668000" y="2228850"/>
            <a:ext cx="781050" cy="1485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5" name="">
            <a:extLst xmlns:a="http://schemas.openxmlformats.org/drawingml/2006/main">
              <a:ext uri="{FF2B5EF4-FFF2-40B4-BE49-F238E27FC236}">
                <a16:creationId xmlns:a16="http://schemas.microsoft.com/office/drawing/2014/main" id="{C62C6679-F0B3-478F-B036-06E6BB9FCD20}"/>
              </a:ext>
            </a:extLst>
          </p:cNvPr>
          <p:cNvSpPr>
            <a:spLocks xmlns:a="http://schemas.openxmlformats.org/drawingml/2006/main" noGrp="1"/>
          </p:cNvSpPr>
          <p:nvPr/>
        </p:nvSpPr>
        <p:spPr>
          <a:xfrm xmlns:a="http://schemas.openxmlformats.org/drawingml/2006/main">
            <a:off x="10439400" y="4000500"/>
            <a:ext cx="11811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75B451B6-584E-4E49-B612-5A3D2A398D86}"/>
              </a:ext>
            </a:extLst>
          </p:cNvPr>
          <p:cNvSpPr>
            <a:spLocks xmlns:a="http://schemas.openxmlformats.org/drawingml/2006/main" noGrp="1"/>
          </p:cNvSpPr>
          <p:nvPr/>
        </p:nvSpPr>
        <p:spPr>
          <a:xfrm xmlns:a="http://schemas.openxmlformats.org/drawingml/2006/main">
            <a:off x="10534650" y="4048125"/>
            <a:ext cx="9906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xmlns:p14="http://schemas.microsoft.com/office/powerpoint/2010/main" val="14905178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C4CE45-77D1-4563-BF4A-AE98F5E334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5B5F2E-A794-4DE7-9CD2-70822BBB6B8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31FA8F6-9376-427E-85D3-B2ACC5BEF5A3}"/>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4" name="">
            <a:extLst xmlns:a="http://schemas.openxmlformats.org/drawingml/2006/main">
              <a:ext uri="{FF2B5EF4-FFF2-40B4-BE49-F238E27FC236}">
                <a16:creationId xmlns:a16="http://schemas.microsoft.com/office/drawing/2014/main" id="{A625A5B4-8601-4B10-884C-95686AA80CFD}"/>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5" name="">
            <a:extLst xmlns:a="http://schemas.openxmlformats.org/drawingml/2006/main">
              <a:ext uri="{FF2B5EF4-FFF2-40B4-BE49-F238E27FC236}">
                <a16:creationId xmlns:a16="http://schemas.microsoft.com/office/drawing/2014/main" id="{08119F9A-0232-4EB6-9034-326E919238F0}"/>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6" name="">
            <a:extLst xmlns:a="http://schemas.openxmlformats.org/drawingml/2006/main">
              <a:ext uri="{FF2B5EF4-FFF2-40B4-BE49-F238E27FC236}">
                <a16:creationId xmlns:a16="http://schemas.microsoft.com/office/drawing/2014/main" id="{2D2CA62F-E60D-4ED5-8A37-423F36B4E05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E7C9D7C-1032-4ACF-9F7A-7351D4F9623C}"/>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95604D4-6250-4BF4-A87E-5DBA6A9FD0A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3C4A539-203E-4D2F-B5AE-DABE954EA6CF}"/>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0" name="">
            <a:extLst xmlns:a="http://schemas.openxmlformats.org/drawingml/2006/main">
              <a:ext uri="{FF2B5EF4-FFF2-40B4-BE49-F238E27FC236}">
                <a16:creationId xmlns:a16="http://schemas.microsoft.com/office/drawing/2014/main" id="{ECFD33DB-1430-4FC2-BB50-A816ABC38E4A}"/>
              </a:ext>
            </a:extLst>
          </p:cNvPr>
          <p:cNvSpPr>
            <a:spLocks xmlns:a="http://schemas.openxmlformats.org/drawingml/2006/main" noGrp="1"/>
          </p:cNvSpPr>
          <p:nvPr/>
        </p:nvSpPr>
        <p:spPr>
          <a:xfrm xmlns:a="http://schemas.openxmlformats.org/drawingml/2006/main">
            <a:off x="514350" y="1428750"/>
            <a:ext cx="872490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757461909b24d34"/>
          <a:stretch xmlns:a="http://schemas.openxmlformats.org/drawingml/2006/main"/>
        </p:blipFill>
        <p:spPr>
          <a:xfrm xmlns:a="http://schemas.openxmlformats.org/drawingml/2006/main">
            <a:off x="2078831" y="1504950"/>
            <a:ext cx="55959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F5A3611-6CE1-4586-8881-AD9FDDC4AF44}"/>
              </a:ext>
            </a:extLst>
          </p:cNvPr>
          <p:cNvSpPr>
            <a:spLocks xmlns:a="http://schemas.openxmlformats.org/drawingml/2006/main" noGrp="1"/>
          </p:cNvSpPr>
          <p:nvPr/>
        </p:nvSpPr>
        <p:spPr>
          <a:xfrm xmlns:a="http://schemas.openxmlformats.org/drawingml/2006/main">
            <a:off x="9572625" y="1771650"/>
            <a:ext cx="1809750" cy="1962150"/>
          </a:xfrm>
          <a:prstGeom xmlns:a="http://schemas.openxmlformats.org/drawingml/2006/main" prst="roundRect">
            <a:avLst>
              <a:gd name="adj" fmla="val 4211"/>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3C804040-BD76-4A6E-A7AD-7048E51A0CFE}"/>
              </a:ext>
            </a:extLst>
          </p:cNvPr>
          <p:cNvSpPr>
            <a:spLocks xmlns:a="http://schemas.openxmlformats.org/drawingml/2006/main" noGrp="1"/>
          </p:cNvSpPr>
          <p:nvPr/>
        </p:nvSpPr>
        <p:spPr>
          <a:xfrm xmlns:a="http://schemas.openxmlformats.org/drawingml/2006/main">
            <a:off x="9744075" y="1943100"/>
            <a:ext cx="1466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4" name="">
            <a:extLst xmlns:a="http://schemas.openxmlformats.org/drawingml/2006/main">
              <a:ext uri="{FF2B5EF4-FFF2-40B4-BE49-F238E27FC236}">
                <a16:creationId xmlns:a16="http://schemas.microsoft.com/office/drawing/2014/main" id="{1E42278C-463B-489F-AFC5-EC8314348C96}"/>
              </a:ext>
            </a:extLst>
          </p:cNvPr>
          <p:cNvSpPr>
            <a:spLocks xmlns:a="http://schemas.openxmlformats.org/drawingml/2006/main" noGrp="1"/>
          </p:cNvSpPr>
          <p:nvPr/>
        </p:nvSpPr>
        <p:spPr>
          <a:xfrm xmlns:a="http://schemas.openxmlformats.org/drawingml/2006/main">
            <a:off x="9744075" y="2228850"/>
            <a:ext cx="1466850" cy="1371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5" name="">
            <a:extLst xmlns:a="http://schemas.openxmlformats.org/drawingml/2006/main">
              <a:ext uri="{FF2B5EF4-FFF2-40B4-BE49-F238E27FC236}">
                <a16:creationId xmlns:a16="http://schemas.microsoft.com/office/drawing/2014/main" id="{D9232255-15E5-4F26-AE53-A2AFEE28EC71}"/>
              </a:ext>
            </a:extLst>
          </p:cNvPr>
          <p:cNvSpPr>
            <a:spLocks xmlns:a="http://schemas.openxmlformats.org/drawingml/2006/main" noGrp="1"/>
          </p:cNvSpPr>
          <p:nvPr/>
        </p:nvSpPr>
        <p:spPr>
          <a:xfrm xmlns:a="http://schemas.openxmlformats.org/drawingml/2006/main">
            <a:off x="9620250" y="1524000"/>
            <a:ext cx="20955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6" name="">
            <a:extLst xmlns:a="http://schemas.openxmlformats.org/drawingml/2006/main">
              <a:ext uri="{FF2B5EF4-FFF2-40B4-BE49-F238E27FC236}">
                <a16:creationId xmlns:a16="http://schemas.microsoft.com/office/drawing/2014/main" id="{411A9726-D163-43F0-B4F9-FDA6E812DA51}"/>
              </a:ext>
            </a:extLst>
          </p:cNvPr>
          <p:cNvSpPr>
            <a:spLocks xmlns:a="http://schemas.openxmlformats.org/drawingml/2006/main" noGrp="1"/>
          </p:cNvSpPr>
          <p:nvPr/>
        </p:nvSpPr>
        <p:spPr>
          <a:xfrm xmlns:a="http://schemas.openxmlformats.org/drawingml/2006/main">
            <a:off x="9715500" y="1571625"/>
            <a:ext cx="1905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xmlns:p14="http://schemas.microsoft.com/office/powerpoint/2010/main" val="15155368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AA7A07-89F8-4117-91B8-6EABAA6B67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ACCC47D-C6FF-4339-B9B1-3F173D36306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6E9F269-B2EC-4FA0-A9E8-B899A1E66D76}"/>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4" name="">
            <a:extLst xmlns:a="http://schemas.openxmlformats.org/drawingml/2006/main">
              <a:ext uri="{FF2B5EF4-FFF2-40B4-BE49-F238E27FC236}">
                <a16:creationId xmlns:a16="http://schemas.microsoft.com/office/drawing/2014/main" id="{1A56257F-D12B-4460-A7E0-9FABAF711C5C}"/>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5" name="">
            <a:extLst xmlns:a="http://schemas.openxmlformats.org/drawingml/2006/main">
              <a:ext uri="{FF2B5EF4-FFF2-40B4-BE49-F238E27FC236}">
                <a16:creationId xmlns:a16="http://schemas.microsoft.com/office/drawing/2014/main" id="{CF5D7C93-CE8C-4893-89BB-D06A3EE8F924}"/>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6" name="">
            <a:extLst xmlns:a="http://schemas.openxmlformats.org/drawingml/2006/main">
              <a:ext uri="{FF2B5EF4-FFF2-40B4-BE49-F238E27FC236}">
                <a16:creationId xmlns:a16="http://schemas.microsoft.com/office/drawing/2014/main" id="{0EFEFB11-08D0-4B14-97F4-D046CD7C6B8A}"/>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2EB4E7A-A063-4476-B965-1609C6D2468A}"/>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849B87A-19B2-4CF8-B398-7448C5E1EEE0}"/>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61163F70-B6D7-4C4D-974D-9F52690EDFC2}"/>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0" name="">
            <a:extLst xmlns:a="http://schemas.openxmlformats.org/drawingml/2006/main">
              <a:ext uri="{FF2B5EF4-FFF2-40B4-BE49-F238E27FC236}">
                <a16:creationId xmlns:a16="http://schemas.microsoft.com/office/drawing/2014/main" id="{55F7872D-7501-42B3-9ED8-034F27D0DEDB}"/>
              </a:ext>
            </a:extLst>
          </p:cNvPr>
          <p:cNvSpPr>
            <a:spLocks xmlns:a="http://schemas.openxmlformats.org/drawingml/2006/main" noGrp="1"/>
          </p:cNvSpPr>
          <p:nvPr/>
        </p:nvSpPr>
        <p:spPr>
          <a:xfrm xmlns:a="http://schemas.openxmlformats.org/drawingml/2006/main">
            <a:off x="514350" y="1428750"/>
            <a:ext cx="8629650" cy="4629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0dd35fdc8ef454d"/>
          <a:stretch xmlns:a="http://schemas.openxmlformats.org/drawingml/2006/main"/>
        </p:blipFill>
        <p:spPr>
          <a:xfrm xmlns:a="http://schemas.openxmlformats.org/drawingml/2006/main">
            <a:off x="1041156" y="1504950"/>
            <a:ext cx="7576038" cy="447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497454F-598F-48D3-92BE-B4F41E745C01}"/>
              </a:ext>
            </a:extLst>
          </p:cNvPr>
          <p:cNvSpPr>
            <a:spLocks xmlns:a="http://schemas.openxmlformats.org/drawingml/2006/main" noGrp="1"/>
          </p:cNvSpPr>
          <p:nvPr/>
        </p:nvSpPr>
        <p:spPr>
          <a:xfrm xmlns:a="http://schemas.openxmlformats.org/drawingml/2006/main">
            <a:off x="9572625" y="1771650"/>
            <a:ext cx="1847850" cy="2000250"/>
          </a:xfrm>
          <a:prstGeom xmlns:a="http://schemas.openxmlformats.org/drawingml/2006/main" prst="roundRect">
            <a:avLst>
              <a:gd name="adj" fmla="val 4124"/>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EBDDC73B-1450-4BCE-8888-AED0451AE508}"/>
              </a:ext>
            </a:extLst>
          </p:cNvPr>
          <p:cNvSpPr>
            <a:spLocks xmlns:a="http://schemas.openxmlformats.org/drawingml/2006/main" noGrp="1"/>
          </p:cNvSpPr>
          <p:nvPr/>
        </p:nvSpPr>
        <p:spPr>
          <a:xfrm xmlns:a="http://schemas.openxmlformats.org/drawingml/2006/main">
            <a:off x="9744075" y="1943100"/>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4" name="">
            <a:extLst xmlns:a="http://schemas.openxmlformats.org/drawingml/2006/main">
              <a:ext uri="{FF2B5EF4-FFF2-40B4-BE49-F238E27FC236}">
                <a16:creationId xmlns:a16="http://schemas.microsoft.com/office/drawing/2014/main" id="{F29B6771-1F49-44EE-BB5E-65A6ED42CF1E}"/>
              </a:ext>
            </a:extLst>
          </p:cNvPr>
          <p:cNvSpPr>
            <a:spLocks xmlns:a="http://schemas.openxmlformats.org/drawingml/2006/main" noGrp="1"/>
          </p:cNvSpPr>
          <p:nvPr/>
        </p:nvSpPr>
        <p:spPr>
          <a:xfrm xmlns:a="http://schemas.openxmlformats.org/drawingml/2006/main">
            <a:off x="9744075" y="2228850"/>
            <a:ext cx="15049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5" name="">
            <a:extLst xmlns:a="http://schemas.openxmlformats.org/drawingml/2006/main">
              <a:ext uri="{FF2B5EF4-FFF2-40B4-BE49-F238E27FC236}">
                <a16:creationId xmlns:a16="http://schemas.microsoft.com/office/drawing/2014/main" id="{9E8EC610-CA1B-4EB6-8544-76589B280152}"/>
              </a:ext>
            </a:extLst>
          </p:cNvPr>
          <p:cNvSpPr>
            <a:spLocks xmlns:a="http://schemas.openxmlformats.org/drawingml/2006/main" noGrp="1"/>
          </p:cNvSpPr>
          <p:nvPr/>
        </p:nvSpPr>
        <p:spPr>
          <a:xfrm xmlns:a="http://schemas.openxmlformats.org/drawingml/2006/main">
            <a:off x="96202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6" name="">
            <a:extLst xmlns:a="http://schemas.openxmlformats.org/drawingml/2006/main">
              <a:ext uri="{FF2B5EF4-FFF2-40B4-BE49-F238E27FC236}">
                <a16:creationId xmlns:a16="http://schemas.microsoft.com/office/drawing/2014/main" id="{36F5BD68-2B4B-4829-AE88-EEAA141AE89F}"/>
              </a:ext>
            </a:extLst>
          </p:cNvPr>
          <p:cNvSpPr>
            <a:spLocks xmlns:a="http://schemas.openxmlformats.org/drawingml/2006/main" noGrp="1"/>
          </p:cNvSpPr>
          <p:nvPr/>
        </p:nvSpPr>
        <p:spPr>
          <a:xfrm xmlns:a="http://schemas.openxmlformats.org/drawingml/2006/main">
            <a:off x="97155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xmlns:p14="http://schemas.microsoft.com/office/powerpoint/2010/main" val="15725423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C7927C-657D-4DA8-A1AC-55B68DDC38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E9901F0-E3F8-4399-BF18-736A935AA6C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92483D9-FB84-4075-8E99-838A52843D1F}"/>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4" name="">
            <a:extLst xmlns:a="http://schemas.openxmlformats.org/drawingml/2006/main">
              <a:ext uri="{FF2B5EF4-FFF2-40B4-BE49-F238E27FC236}">
                <a16:creationId xmlns:a16="http://schemas.microsoft.com/office/drawing/2014/main" id="{4E2CC756-212F-459A-8C82-51965B26EE5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5" name="">
            <a:extLst xmlns:a="http://schemas.openxmlformats.org/drawingml/2006/main">
              <a:ext uri="{FF2B5EF4-FFF2-40B4-BE49-F238E27FC236}">
                <a16:creationId xmlns:a16="http://schemas.microsoft.com/office/drawing/2014/main" id="{2E5FA617-B997-40D0-BCD6-45578AD8AA28}"/>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6" name="">
            <a:extLst xmlns:a="http://schemas.openxmlformats.org/drawingml/2006/main">
              <a:ext uri="{FF2B5EF4-FFF2-40B4-BE49-F238E27FC236}">
                <a16:creationId xmlns:a16="http://schemas.microsoft.com/office/drawing/2014/main" id="{AB38E497-7390-4042-AD53-858A41EDE75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5155F2C-8FFA-417C-9CFE-FC6E8250E71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4A26BEE-EAD9-4C9C-8260-D8D817F9E64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C7477192-773E-4861-8172-B4C52C3CFFC2}"/>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0" name="">
            <a:extLst xmlns:a="http://schemas.openxmlformats.org/drawingml/2006/main">
              <a:ext uri="{FF2B5EF4-FFF2-40B4-BE49-F238E27FC236}">
                <a16:creationId xmlns:a16="http://schemas.microsoft.com/office/drawing/2014/main" id="{D48A0499-A6DD-4AB0-A436-9D8CA246F871}"/>
              </a:ext>
            </a:extLst>
          </p:cNvPr>
          <p:cNvSpPr>
            <a:spLocks xmlns:a="http://schemas.openxmlformats.org/drawingml/2006/main" noGrp="1"/>
          </p:cNvSpPr>
          <p:nvPr/>
        </p:nvSpPr>
        <p:spPr>
          <a:xfrm xmlns:a="http://schemas.openxmlformats.org/drawingml/2006/main">
            <a:off x="1143000" y="2971800"/>
            <a:ext cx="9144000" cy="3810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67AB2F8-FDF6-4E70-88DA-06D301A23C91}"/>
              </a:ext>
            </a:extLst>
          </p:cNvPr>
          <p:cNvSpPr>
            <a:spLocks xmlns:a="http://schemas.openxmlformats.org/drawingml/2006/main" noGrp="1"/>
          </p:cNvSpPr>
          <p:nvPr/>
        </p:nvSpPr>
        <p:spPr>
          <a:xfrm xmlns:a="http://schemas.openxmlformats.org/drawingml/2006/main">
            <a:off x="1866900" y="2552700"/>
            <a:ext cx="1466850" cy="914400"/>
          </a:xfrm>
          <a:prstGeom xmlns:a="http://schemas.openxmlformats.org/drawingml/2006/main" prst="roundRect">
            <a:avLst>
              <a:gd name="adj" fmla="val 8333"/>
            </a:avLst>
          </a:prstGeom>
          <a:solidFill xmlns:a="http://schemas.openxmlformats.org/drawingml/2006/main">
            <a:srgbClr val="E8F1FA"/>
          </a:solidFill>
          <a:ln xmlns:a="http://schemas.openxmlformats.org/drawingml/2006/main" w="19050">
            <a:solidFill>
              <a:srgbClr val="9AC1E6"/>
            </a:solidFill>
            <a:prstDash val="solid"/>
          </a:ln>
        </p:spPr>
      </p:sp>
      <p:sp>
        <p:nvSpPr>
          <p:cNvPr id="12" name="">
            <a:extLst xmlns:a="http://schemas.openxmlformats.org/drawingml/2006/main">
              <a:ext uri="{FF2B5EF4-FFF2-40B4-BE49-F238E27FC236}">
                <a16:creationId xmlns:a16="http://schemas.microsoft.com/office/drawing/2014/main" id="{083AC7C2-905E-4906-8F4B-04CD1422F854}"/>
              </a:ext>
            </a:extLst>
          </p:cNvPr>
          <p:cNvSpPr>
            <a:spLocks xmlns:a="http://schemas.openxmlformats.org/drawingml/2006/main" noGrp="1"/>
          </p:cNvSpPr>
          <p:nvPr/>
        </p:nvSpPr>
        <p:spPr>
          <a:xfrm xmlns:a="http://schemas.openxmlformats.org/drawingml/2006/main">
            <a:off x="203835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3" name="">
            <a:extLst xmlns:a="http://schemas.openxmlformats.org/drawingml/2006/main">
              <a:ext uri="{FF2B5EF4-FFF2-40B4-BE49-F238E27FC236}">
                <a16:creationId xmlns:a16="http://schemas.microsoft.com/office/drawing/2014/main" id="{0CDA933D-CC2F-4F79-BEA4-50D6BE0691F2}"/>
              </a:ext>
            </a:extLst>
          </p:cNvPr>
          <p:cNvSpPr>
            <a:spLocks xmlns:a="http://schemas.openxmlformats.org/drawingml/2006/main" noGrp="1"/>
          </p:cNvSpPr>
          <p:nvPr/>
        </p:nvSpPr>
        <p:spPr>
          <a:xfrm xmlns:a="http://schemas.openxmlformats.org/drawingml/2006/main">
            <a:off x="203835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4" name="">
            <a:extLst xmlns:a="http://schemas.openxmlformats.org/drawingml/2006/main">
              <a:ext uri="{FF2B5EF4-FFF2-40B4-BE49-F238E27FC236}">
                <a16:creationId xmlns:a16="http://schemas.microsoft.com/office/drawing/2014/main" id="{A9CB3D20-02AE-4960-9738-BA50FFEFBA56}"/>
              </a:ext>
            </a:extLst>
          </p:cNvPr>
          <p:cNvSpPr>
            <a:spLocks xmlns:a="http://schemas.openxmlformats.org/drawingml/2006/main" noGrp="1"/>
          </p:cNvSpPr>
          <p:nvPr/>
        </p:nvSpPr>
        <p:spPr>
          <a:xfrm xmlns:a="http://schemas.openxmlformats.org/drawingml/2006/main">
            <a:off x="196215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5" name="">
            <a:extLst xmlns:a="http://schemas.openxmlformats.org/drawingml/2006/main">
              <a:ext uri="{FF2B5EF4-FFF2-40B4-BE49-F238E27FC236}">
                <a16:creationId xmlns:a16="http://schemas.microsoft.com/office/drawing/2014/main" id="{1E505296-D6B7-409C-8632-0B7A10717A27}"/>
              </a:ext>
            </a:extLst>
          </p:cNvPr>
          <p:cNvSpPr>
            <a:spLocks xmlns:a="http://schemas.openxmlformats.org/drawingml/2006/main" noGrp="1"/>
          </p:cNvSpPr>
          <p:nvPr/>
        </p:nvSpPr>
        <p:spPr>
          <a:xfrm xmlns:a="http://schemas.openxmlformats.org/drawingml/2006/main">
            <a:off x="8172450" y="2552700"/>
            <a:ext cx="1466850" cy="914400"/>
          </a:xfrm>
          <a:prstGeom xmlns:a="http://schemas.openxmlformats.org/drawingml/2006/main" prst="roundRect">
            <a:avLst>
              <a:gd name="adj" fmla="val 8333"/>
            </a:avLst>
          </a:prstGeom>
          <a:solidFill xmlns:a="http://schemas.openxmlformats.org/drawingml/2006/main">
            <a:srgbClr val="FFF4E6"/>
          </a:solidFill>
          <a:ln xmlns:a="http://schemas.openxmlformats.org/drawingml/2006/main" w="19050">
            <a:solidFill>
              <a:srgbClr val="F4B15F"/>
            </a:solidFill>
            <a:prstDash val="solid"/>
          </a:ln>
        </p:spPr>
      </p:sp>
      <p:sp>
        <p:nvSpPr>
          <p:cNvPr id="16" name="">
            <a:extLst xmlns:a="http://schemas.openxmlformats.org/drawingml/2006/main">
              <a:ext uri="{FF2B5EF4-FFF2-40B4-BE49-F238E27FC236}">
                <a16:creationId xmlns:a16="http://schemas.microsoft.com/office/drawing/2014/main" id="{817A5808-F21B-4761-8C88-3993204AF3B6}"/>
              </a:ext>
            </a:extLst>
          </p:cNvPr>
          <p:cNvSpPr>
            <a:spLocks xmlns:a="http://schemas.openxmlformats.org/drawingml/2006/main" noGrp="1"/>
          </p:cNvSpPr>
          <p:nvPr/>
        </p:nvSpPr>
        <p:spPr>
          <a:xfrm xmlns:a="http://schemas.openxmlformats.org/drawingml/2006/main">
            <a:off x="8343900" y="272415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7" name="">
            <a:extLst xmlns:a="http://schemas.openxmlformats.org/drawingml/2006/main">
              <a:ext uri="{FF2B5EF4-FFF2-40B4-BE49-F238E27FC236}">
                <a16:creationId xmlns:a16="http://schemas.microsoft.com/office/drawing/2014/main" id="{B10AD916-C0E6-4139-B525-706AFB5AB3A9}"/>
              </a:ext>
            </a:extLst>
          </p:cNvPr>
          <p:cNvSpPr>
            <a:spLocks xmlns:a="http://schemas.openxmlformats.org/drawingml/2006/main" noGrp="1"/>
          </p:cNvSpPr>
          <p:nvPr/>
        </p:nvSpPr>
        <p:spPr>
          <a:xfrm xmlns:a="http://schemas.openxmlformats.org/drawingml/2006/main">
            <a:off x="8343900" y="29718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8" name="">
            <a:extLst xmlns:a="http://schemas.openxmlformats.org/drawingml/2006/main">
              <a:ext uri="{FF2B5EF4-FFF2-40B4-BE49-F238E27FC236}">
                <a16:creationId xmlns:a16="http://schemas.microsoft.com/office/drawing/2014/main" id="{697D8E3C-801E-4F0C-8665-283711760761}"/>
              </a:ext>
            </a:extLst>
          </p:cNvPr>
          <p:cNvSpPr>
            <a:spLocks xmlns:a="http://schemas.openxmlformats.org/drawingml/2006/main" noGrp="1"/>
          </p:cNvSpPr>
          <p:nvPr/>
        </p:nvSpPr>
        <p:spPr>
          <a:xfrm xmlns:a="http://schemas.openxmlformats.org/drawingml/2006/main">
            <a:off x="8267700" y="3219450"/>
            <a:ext cx="12573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19" name="">
            <a:extLst xmlns:a="http://schemas.openxmlformats.org/drawingml/2006/main">
              <a:ext uri="{FF2B5EF4-FFF2-40B4-BE49-F238E27FC236}">
                <a16:creationId xmlns:a16="http://schemas.microsoft.com/office/drawing/2014/main" id="{59FA9AB4-B252-4094-9FF7-81C2257BD5DB}"/>
              </a:ext>
            </a:extLst>
          </p:cNvPr>
          <p:cNvSpPr>
            <a:spLocks xmlns:a="http://schemas.openxmlformats.org/drawingml/2006/main" noGrp="1"/>
          </p:cNvSpPr>
          <p:nvPr/>
        </p:nvSpPr>
        <p:spPr>
          <a:xfrm xmlns:a="http://schemas.openxmlformats.org/drawingml/2006/main" rot="0">
            <a:off x="3429000" y="2981325"/>
            <a:ext cx="4648200" cy="19050"/>
          </a:xfrm>
          <a:prstGeom xmlns:a="http://schemas.openxmlformats.org/drawingml/2006/main" prst="rect">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1F16CD9-73FA-4129-944B-21176D8685F2}"/>
              </a:ext>
            </a:extLst>
          </p:cNvPr>
          <p:cNvSpPr>
            <a:spLocks xmlns:a="http://schemas.openxmlformats.org/drawingml/2006/main" noGrp="1"/>
          </p:cNvSpPr>
          <p:nvPr/>
        </p:nvSpPr>
        <p:spPr>
          <a:xfrm xmlns:a="http://schemas.openxmlformats.org/drawingml/2006/main" rot="5400000">
            <a:off x="8010525" y="2943225"/>
            <a:ext cx="95250" cy="95250"/>
          </a:xfrm>
          <a:prstGeom xmlns:a="http://schemas.openxmlformats.org/drawingml/2006/main" prst="triangle">
            <a:avLst/>
          </a:prstGeom>
          <a:solidFill xmlns:a="http://schemas.openxmlformats.org/drawingml/2006/main">
            <a:srgbClr val="94A3B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CD66E75-4990-4273-898C-B43F8C82EEC5}"/>
              </a:ext>
            </a:extLst>
          </p:cNvPr>
          <p:cNvSpPr>
            <a:spLocks xmlns:a="http://schemas.openxmlformats.org/drawingml/2006/main" noGrp="1"/>
          </p:cNvSpPr>
          <p:nvPr/>
        </p:nvSpPr>
        <p:spPr>
          <a:xfrm xmlns:a="http://schemas.openxmlformats.org/drawingml/2006/main">
            <a:off x="4810125" y="2647950"/>
            <a:ext cx="1143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22" name="">
            <a:extLst xmlns:a="http://schemas.openxmlformats.org/drawingml/2006/main">
              <a:ext uri="{FF2B5EF4-FFF2-40B4-BE49-F238E27FC236}">
                <a16:creationId xmlns:a16="http://schemas.microsoft.com/office/drawing/2014/main" id="{139CC62E-B79A-49DA-8476-776CE91DB60C}"/>
              </a:ext>
            </a:extLst>
          </p:cNvPr>
          <p:cNvSpPr>
            <a:spLocks xmlns:a="http://schemas.openxmlformats.org/drawingml/2006/main" noGrp="1"/>
          </p:cNvSpPr>
          <p:nvPr/>
        </p:nvSpPr>
        <p:spPr>
          <a:xfrm xmlns:a="http://schemas.openxmlformats.org/drawingml/2006/main">
            <a:off x="4905375" y="2695575"/>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3" name="">
            <a:extLst xmlns:a="http://schemas.openxmlformats.org/drawingml/2006/main">
              <a:ext uri="{FF2B5EF4-FFF2-40B4-BE49-F238E27FC236}">
                <a16:creationId xmlns:a16="http://schemas.microsoft.com/office/drawing/2014/main" id="{BFD1C66A-2781-47F3-BC8D-D721D491B84B}"/>
              </a:ext>
            </a:extLst>
          </p:cNvPr>
          <p:cNvSpPr>
            <a:spLocks xmlns:a="http://schemas.openxmlformats.org/drawingml/2006/main" noGrp="1"/>
          </p:cNvSpPr>
          <p:nvPr/>
        </p:nvSpPr>
        <p:spPr>
          <a:xfrm xmlns:a="http://schemas.openxmlformats.org/drawingml/2006/main">
            <a:off x="200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4" name="">
            <a:extLst xmlns:a="http://schemas.openxmlformats.org/drawingml/2006/main">
              <a:ext uri="{FF2B5EF4-FFF2-40B4-BE49-F238E27FC236}">
                <a16:creationId xmlns:a16="http://schemas.microsoft.com/office/drawing/2014/main" id="{5E986933-CB4C-473A-9917-2E859BBDB491}"/>
              </a:ext>
            </a:extLst>
          </p:cNvPr>
          <p:cNvSpPr>
            <a:spLocks xmlns:a="http://schemas.openxmlformats.org/drawingml/2006/main" noGrp="1"/>
          </p:cNvSpPr>
          <p:nvPr/>
        </p:nvSpPr>
        <p:spPr>
          <a:xfrm xmlns:a="http://schemas.openxmlformats.org/drawingml/2006/main">
            <a:off x="215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8202C73B-4548-4EBD-AF40-8ED607588B83}"/>
              </a:ext>
            </a:extLst>
          </p:cNvPr>
          <p:cNvSpPr>
            <a:spLocks xmlns:a="http://schemas.openxmlformats.org/drawingml/2006/main" noGrp="1"/>
          </p:cNvSpPr>
          <p:nvPr/>
        </p:nvSpPr>
        <p:spPr>
          <a:xfrm xmlns:a="http://schemas.openxmlformats.org/drawingml/2006/main">
            <a:off x="215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6" name="">
            <a:extLst xmlns:a="http://schemas.openxmlformats.org/drawingml/2006/main">
              <a:ext uri="{FF2B5EF4-FFF2-40B4-BE49-F238E27FC236}">
                <a16:creationId xmlns:a16="http://schemas.microsoft.com/office/drawing/2014/main" id="{518A29DD-5A5B-4024-9311-26BA9D7499FB}"/>
              </a:ext>
            </a:extLst>
          </p:cNvPr>
          <p:cNvSpPr>
            <a:spLocks xmlns:a="http://schemas.openxmlformats.org/drawingml/2006/main" noGrp="1"/>
          </p:cNvSpPr>
          <p:nvPr/>
        </p:nvSpPr>
        <p:spPr>
          <a:xfrm xmlns:a="http://schemas.openxmlformats.org/drawingml/2006/main">
            <a:off x="390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27" name="">
            <a:extLst xmlns:a="http://schemas.openxmlformats.org/drawingml/2006/main">
              <a:ext uri="{FF2B5EF4-FFF2-40B4-BE49-F238E27FC236}">
                <a16:creationId xmlns:a16="http://schemas.microsoft.com/office/drawing/2014/main" id="{14EEBBA3-65FC-4000-AEE0-33B0654B9D20}"/>
              </a:ext>
            </a:extLst>
          </p:cNvPr>
          <p:cNvSpPr>
            <a:spLocks xmlns:a="http://schemas.openxmlformats.org/drawingml/2006/main" noGrp="1"/>
          </p:cNvSpPr>
          <p:nvPr/>
        </p:nvSpPr>
        <p:spPr>
          <a:xfrm xmlns:a="http://schemas.openxmlformats.org/drawingml/2006/main">
            <a:off x="405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8" name="">
            <a:extLst xmlns:a="http://schemas.openxmlformats.org/drawingml/2006/main">
              <a:ext uri="{FF2B5EF4-FFF2-40B4-BE49-F238E27FC236}">
                <a16:creationId xmlns:a16="http://schemas.microsoft.com/office/drawing/2014/main" id="{1E300834-D475-45C6-9660-625A4BF90B69}"/>
              </a:ext>
            </a:extLst>
          </p:cNvPr>
          <p:cNvSpPr>
            <a:spLocks xmlns:a="http://schemas.openxmlformats.org/drawingml/2006/main" noGrp="1"/>
          </p:cNvSpPr>
          <p:nvPr/>
        </p:nvSpPr>
        <p:spPr>
          <a:xfrm xmlns:a="http://schemas.openxmlformats.org/drawingml/2006/main">
            <a:off x="405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29" name="">
            <a:extLst xmlns:a="http://schemas.openxmlformats.org/drawingml/2006/main">
              <a:ext uri="{FF2B5EF4-FFF2-40B4-BE49-F238E27FC236}">
                <a16:creationId xmlns:a16="http://schemas.microsoft.com/office/drawing/2014/main" id="{2C6D9C43-2D28-444A-8DED-CBC87214A6D9}"/>
              </a:ext>
            </a:extLst>
          </p:cNvPr>
          <p:cNvSpPr>
            <a:spLocks xmlns:a="http://schemas.openxmlformats.org/drawingml/2006/main" noGrp="1"/>
          </p:cNvSpPr>
          <p:nvPr/>
        </p:nvSpPr>
        <p:spPr>
          <a:xfrm xmlns:a="http://schemas.openxmlformats.org/drawingml/2006/main">
            <a:off x="5810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0" name="">
            <a:extLst xmlns:a="http://schemas.openxmlformats.org/drawingml/2006/main">
              <a:ext uri="{FF2B5EF4-FFF2-40B4-BE49-F238E27FC236}">
                <a16:creationId xmlns:a16="http://schemas.microsoft.com/office/drawing/2014/main" id="{8AEE1580-E168-4255-846B-6AF261599E45}"/>
              </a:ext>
            </a:extLst>
          </p:cNvPr>
          <p:cNvSpPr>
            <a:spLocks xmlns:a="http://schemas.openxmlformats.org/drawingml/2006/main" noGrp="1"/>
          </p:cNvSpPr>
          <p:nvPr/>
        </p:nvSpPr>
        <p:spPr>
          <a:xfrm xmlns:a="http://schemas.openxmlformats.org/drawingml/2006/main">
            <a:off x="5962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1" name="">
            <a:extLst xmlns:a="http://schemas.openxmlformats.org/drawingml/2006/main">
              <a:ext uri="{FF2B5EF4-FFF2-40B4-BE49-F238E27FC236}">
                <a16:creationId xmlns:a16="http://schemas.microsoft.com/office/drawing/2014/main" id="{887D2173-2B30-42C6-9584-488421A52C92}"/>
              </a:ext>
            </a:extLst>
          </p:cNvPr>
          <p:cNvSpPr>
            <a:spLocks xmlns:a="http://schemas.openxmlformats.org/drawingml/2006/main" noGrp="1"/>
          </p:cNvSpPr>
          <p:nvPr/>
        </p:nvSpPr>
        <p:spPr>
          <a:xfrm xmlns:a="http://schemas.openxmlformats.org/drawingml/2006/main">
            <a:off x="5962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2" name="">
            <a:extLst xmlns:a="http://schemas.openxmlformats.org/drawingml/2006/main">
              <a:ext uri="{FF2B5EF4-FFF2-40B4-BE49-F238E27FC236}">
                <a16:creationId xmlns:a16="http://schemas.microsoft.com/office/drawing/2014/main" id="{EC2EC813-3687-45EE-9314-50D613F7E2E9}"/>
              </a:ext>
            </a:extLst>
          </p:cNvPr>
          <p:cNvSpPr>
            <a:spLocks xmlns:a="http://schemas.openxmlformats.org/drawingml/2006/main" noGrp="1"/>
          </p:cNvSpPr>
          <p:nvPr/>
        </p:nvSpPr>
        <p:spPr>
          <a:xfrm xmlns:a="http://schemas.openxmlformats.org/drawingml/2006/main">
            <a:off x="7715250" y="4114800"/>
            <a:ext cx="1524000" cy="819150"/>
          </a:xfrm>
          <a:prstGeom xmlns:a="http://schemas.openxmlformats.org/drawingml/2006/main" prst="roundRect">
            <a:avLst>
              <a:gd name="adj" fmla="val 9302"/>
            </a:avLst>
          </a:prstGeom>
          <a:solidFill xmlns:a="http://schemas.openxmlformats.org/drawingml/2006/main">
            <a:srgbClr val="EAF7EF"/>
          </a:solidFill>
          <a:ln xmlns:a="http://schemas.openxmlformats.org/drawingml/2006/main" w="0">
            <a:solidFill>
              <a:srgbClr val="EAF7EF"/>
            </a:solidFill>
            <a:prstDash val="solid"/>
          </a:ln>
        </p:spPr>
      </p:sp>
      <p:sp>
        <p:nvSpPr>
          <p:cNvPr id="33" name="">
            <a:extLst xmlns:a="http://schemas.openxmlformats.org/drawingml/2006/main">
              <a:ext uri="{FF2B5EF4-FFF2-40B4-BE49-F238E27FC236}">
                <a16:creationId xmlns:a16="http://schemas.microsoft.com/office/drawing/2014/main" id="{D1C28FD5-7BE7-4543-9513-EBC6822A0764}"/>
              </a:ext>
            </a:extLst>
          </p:cNvPr>
          <p:cNvSpPr>
            <a:spLocks xmlns:a="http://schemas.openxmlformats.org/drawingml/2006/main" noGrp="1"/>
          </p:cNvSpPr>
          <p:nvPr/>
        </p:nvSpPr>
        <p:spPr>
          <a:xfrm xmlns:a="http://schemas.openxmlformats.org/drawingml/2006/main">
            <a:off x="7867650" y="4248150"/>
            <a:ext cx="12192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4" name="">
            <a:extLst xmlns:a="http://schemas.openxmlformats.org/drawingml/2006/main">
              <a:ext uri="{FF2B5EF4-FFF2-40B4-BE49-F238E27FC236}">
                <a16:creationId xmlns:a16="http://schemas.microsoft.com/office/drawing/2014/main" id="{50A6D685-4882-407E-8D94-40AA4B557D77}"/>
              </a:ext>
            </a:extLst>
          </p:cNvPr>
          <p:cNvSpPr>
            <a:spLocks xmlns:a="http://schemas.openxmlformats.org/drawingml/2006/main" noGrp="1"/>
          </p:cNvSpPr>
          <p:nvPr/>
        </p:nvSpPr>
        <p:spPr>
          <a:xfrm xmlns:a="http://schemas.openxmlformats.org/drawingml/2006/main">
            <a:off x="7867650" y="4610100"/>
            <a:ext cx="121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5" name="">
            <a:extLst xmlns:a="http://schemas.openxmlformats.org/drawingml/2006/main">
              <a:ext uri="{FF2B5EF4-FFF2-40B4-BE49-F238E27FC236}">
                <a16:creationId xmlns:a16="http://schemas.microsoft.com/office/drawing/2014/main" id="{7D68C4E4-3FEE-4C3D-870C-70BE0C458E53}"/>
              </a:ext>
            </a:extLst>
          </p:cNvPr>
          <p:cNvSpPr>
            <a:spLocks xmlns:a="http://schemas.openxmlformats.org/drawingml/2006/main" noGrp="1"/>
          </p:cNvSpPr>
          <p:nvPr/>
        </p:nvSpPr>
        <p:spPr>
          <a:xfrm xmlns:a="http://schemas.openxmlformats.org/drawingml/2006/main">
            <a:off x="762000" y="5257800"/>
            <a:ext cx="495300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CBD5E1"/>
            </a:solidFill>
            <a:prstDash val="solid"/>
          </a:ln>
        </p:spPr>
      </p:sp>
      <p:sp>
        <p:nvSpPr>
          <p:cNvPr id="36" name="">
            <a:extLst xmlns:a="http://schemas.openxmlformats.org/drawingml/2006/main">
              <a:ext uri="{FF2B5EF4-FFF2-40B4-BE49-F238E27FC236}">
                <a16:creationId xmlns:a16="http://schemas.microsoft.com/office/drawing/2014/main" id="{0F1BEFFC-964C-45DE-AE8D-D6864C7AD44C}"/>
              </a:ext>
            </a:extLst>
          </p:cNvPr>
          <p:cNvSpPr>
            <a:spLocks xmlns:a="http://schemas.openxmlformats.org/drawingml/2006/main" noGrp="1"/>
          </p:cNvSpPr>
          <p:nvPr/>
        </p:nvSpPr>
        <p:spPr>
          <a:xfrm xmlns:a="http://schemas.openxmlformats.org/drawingml/2006/main">
            <a:off x="933450" y="54292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7" name="">
            <a:extLst xmlns:a="http://schemas.openxmlformats.org/drawingml/2006/main">
              <a:ext uri="{FF2B5EF4-FFF2-40B4-BE49-F238E27FC236}">
                <a16:creationId xmlns:a16="http://schemas.microsoft.com/office/drawing/2014/main" id="{37B4E019-E329-4A6B-98D0-9332AA68F977}"/>
              </a:ext>
            </a:extLst>
          </p:cNvPr>
          <p:cNvSpPr>
            <a:spLocks xmlns:a="http://schemas.openxmlformats.org/drawingml/2006/main" noGrp="1"/>
          </p:cNvSpPr>
          <p:nvPr/>
        </p:nvSpPr>
        <p:spPr>
          <a:xfrm xmlns:a="http://schemas.openxmlformats.org/drawingml/2006/main">
            <a:off x="933450" y="5715000"/>
            <a:ext cx="4610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8" name="">
            <a:extLst xmlns:a="http://schemas.openxmlformats.org/drawingml/2006/main">
              <a:ext uri="{FF2B5EF4-FFF2-40B4-BE49-F238E27FC236}">
                <a16:creationId xmlns:a16="http://schemas.microsoft.com/office/drawing/2014/main" id="{D23745DA-85EC-4FAC-B7C1-2AAC43903779}"/>
              </a:ext>
            </a:extLst>
          </p:cNvPr>
          <p:cNvSpPr>
            <a:spLocks xmlns:a="http://schemas.openxmlformats.org/drawingml/2006/main" noGrp="1"/>
          </p:cNvSpPr>
          <p:nvPr/>
        </p:nvSpPr>
        <p:spPr>
          <a:xfrm xmlns:a="http://schemas.openxmlformats.org/drawingml/2006/main">
            <a:off x="6191250" y="5257800"/>
            <a:ext cx="4953000" cy="742950"/>
          </a:xfrm>
          <a:prstGeom xmlns:a="http://schemas.openxmlformats.org/drawingml/2006/main" prst="roundRect">
            <a:avLst>
              <a:gd name="adj" fmla="val 10256"/>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71E4E5B6-AC13-4E49-8F0D-A75D979721DD}"/>
              </a:ext>
            </a:extLst>
          </p:cNvPr>
          <p:cNvSpPr>
            <a:spLocks xmlns:a="http://schemas.openxmlformats.org/drawingml/2006/main" noGrp="1"/>
          </p:cNvSpPr>
          <p:nvPr/>
        </p:nvSpPr>
        <p:spPr>
          <a:xfrm xmlns:a="http://schemas.openxmlformats.org/drawingml/2006/main">
            <a:off x="6362700" y="54292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0" name="">
            <a:extLst xmlns:a="http://schemas.openxmlformats.org/drawingml/2006/main">
              <a:ext uri="{FF2B5EF4-FFF2-40B4-BE49-F238E27FC236}">
                <a16:creationId xmlns:a16="http://schemas.microsoft.com/office/drawing/2014/main" id="{88F1DF7C-32AE-483B-8809-FBCB2572F982}"/>
              </a:ext>
            </a:extLst>
          </p:cNvPr>
          <p:cNvSpPr>
            <a:spLocks xmlns:a="http://schemas.openxmlformats.org/drawingml/2006/main" noGrp="1"/>
          </p:cNvSpPr>
          <p:nvPr/>
        </p:nvSpPr>
        <p:spPr>
          <a:xfrm xmlns:a="http://schemas.openxmlformats.org/drawingml/2006/main">
            <a:off x="6362700" y="5715000"/>
            <a:ext cx="46101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xmlns:p14="http://schemas.microsoft.com/office/powerpoint/2010/main" val="1178400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90A49F-8FD8-4FA0-A1A2-14E3CE0662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D1F553C-D6A0-4D31-BB66-4048AA7C653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3614741-1DA0-4806-8BC6-0B061C30E8A0}"/>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4" name="">
            <a:extLst xmlns:a="http://schemas.openxmlformats.org/drawingml/2006/main">
              <a:ext uri="{FF2B5EF4-FFF2-40B4-BE49-F238E27FC236}">
                <a16:creationId xmlns:a16="http://schemas.microsoft.com/office/drawing/2014/main" id="{0730CB91-1A04-480E-B25C-726087C7A1D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5" name="">
            <a:extLst xmlns:a="http://schemas.openxmlformats.org/drawingml/2006/main">
              <a:ext uri="{FF2B5EF4-FFF2-40B4-BE49-F238E27FC236}">
                <a16:creationId xmlns:a16="http://schemas.microsoft.com/office/drawing/2014/main" id="{8E44480D-D536-4793-9B58-361D8BEC2EE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6" name="">
            <a:extLst xmlns:a="http://schemas.openxmlformats.org/drawingml/2006/main">
              <a:ext uri="{FF2B5EF4-FFF2-40B4-BE49-F238E27FC236}">
                <a16:creationId xmlns:a16="http://schemas.microsoft.com/office/drawing/2014/main" id="{897FE2FD-17DD-492A-9C95-3C2706020FF1}"/>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CBEF157-8E25-4A55-8B0B-A2A07154A51F}"/>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B26CFFE-DA56-4AB9-8CA0-60D22BBF276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43CF415F-9AEA-4CDF-A8D4-B2C5A0D783D0}"/>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0" name="">
            <a:extLst xmlns:a="http://schemas.openxmlformats.org/drawingml/2006/main">
              <a:ext uri="{FF2B5EF4-FFF2-40B4-BE49-F238E27FC236}">
                <a16:creationId xmlns:a16="http://schemas.microsoft.com/office/drawing/2014/main" id="{6E73315A-6CA2-4211-B4A0-A36364F4A39C}"/>
              </a:ext>
            </a:extLst>
          </p:cNvPr>
          <p:cNvSpPr>
            <a:spLocks xmlns:a="http://schemas.openxmlformats.org/drawingml/2006/main" noGrp="1"/>
          </p:cNvSpPr>
          <p:nvPr/>
        </p:nvSpPr>
        <p:spPr>
          <a:xfrm xmlns:a="http://schemas.openxmlformats.org/drawingml/2006/main">
            <a:off x="781050" y="1752600"/>
            <a:ext cx="3143250" cy="2819400"/>
          </a:xfrm>
          <a:prstGeom xmlns:a="http://schemas.openxmlformats.org/drawingml/2006/main" prst="roundRect">
            <a:avLst>
              <a:gd name="adj" fmla="val 2703"/>
            </a:avLst>
          </a:prstGeom>
          <a:solidFill xmlns:a="http://schemas.openxmlformats.org/drawingml/2006/main">
            <a:srgbClr val="E8F1FA"/>
          </a:solidFill>
          <a:ln xmlns:a="http://schemas.openxmlformats.org/drawingml/2006/main" w="9525">
            <a:solidFill>
              <a:srgbClr val="B9D5F0"/>
            </a:solidFill>
            <a:prstDash val="solid"/>
          </a:ln>
        </p:spPr>
      </p:sp>
      <p:sp>
        <p:nvSpPr>
          <p:cNvPr id="11" name="">
            <a:extLst xmlns:a="http://schemas.openxmlformats.org/drawingml/2006/main">
              <a:ext uri="{FF2B5EF4-FFF2-40B4-BE49-F238E27FC236}">
                <a16:creationId xmlns:a16="http://schemas.microsoft.com/office/drawing/2014/main" id="{F6AC0A6A-5C4E-4CF1-82CD-A74C1D55CD51}"/>
              </a:ext>
            </a:extLst>
          </p:cNvPr>
          <p:cNvSpPr>
            <a:spLocks xmlns:a="http://schemas.openxmlformats.org/drawingml/2006/main" noGrp="1"/>
          </p:cNvSpPr>
          <p:nvPr/>
        </p:nvSpPr>
        <p:spPr>
          <a:xfrm xmlns:a="http://schemas.openxmlformats.org/drawingml/2006/main">
            <a:off x="9525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2" name="">
            <a:extLst xmlns:a="http://schemas.openxmlformats.org/drawingml/2006/main">
              <a:ext uri="{FF2B5EF4-FFF2-40B4-BE49-F238E27FC236}">
                <a16:creationId xmlns:a16="http://schemas.microsoft.com/office/drawing/2014/main" id="{272E9B67-D1D3-45CB-A561-3F1F78A933BF}"/>
              </a:ext>
            </a:extLst>
          </p:cNvPr>
          <p:cNvSpPr>
            <a:spLocks xmlns:a="http://schemas.openxmlformats.org/drawingml/2006/main" noGrp="1"/>
          </p:cNvSpPr>
          <p:nvPr/>
        </p:nvSpPr>
        <p:spPr>
          <a:xfrm xmlns:a="http://schemas.openxmlformats.org/drawingml/2006/main">
            <a:off x="9525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3" name="">
            <a:extLst xmlns:a="http://schemas.openxmlformats.org/drawingml/2006/main">
              <a:ext uri="{FF2B5EF4-FFF2-40B4-BE49-F238E27FC236}">
                <a16:creationId xmlns:a16="http://schemas.microsoft.com/office/drawing/2014/main" id="{8AD3CA75-8B27-4F9A-BA8D-BE9E898B7E12}"/>
              </a:ext>
            </a:extLst>
          </p:cNvPr>
          <p:cNvSpPr>
            <a:spLocks xmlns:a="http://schemas.openxmlformats.org/drawingml/2006/main" noGrp="1"/>
          </p:cNvSpPr>
          <p:nvPr/>
        </p:nvSpPr>
        <p:spPr>
          <a:xfrm xmlns:a="http://schemas.openxmlformats.org/drawingml/2006/main">
            <a:off x="4514850" y="1752600"/>
            <a:ext cx="3143250" cy="2819400"/>
          </a:xfrm>
          <a:prstGeom xmlns:a="http://schemas.openxmlformats.org/drawingml/2006/main" prst="roundRect">
            <a:avLst>
              <a:gd name="adj" fmla="val 2703"/>
            </a:avLst>
          </a:prstGeom>
          <a:solidFill xmlns:a="http://schemas.openxmlformats.org/drawingml/2006/main">
            <a:srgbClr val="FFF4E6"/>
          </a:solidFill>
          <a:ln xmlns:a="http://schemas.openxmlformats.org/drawingml/2006/main" w="9525">
            <a:solidFill>
              <a:srgbClr val="F4C98A"/>
            </a:solidFill>
            <a:prstDash val="solid"/>
          </a:ln>
        </p:spPr>
      </p:sp>
      <p:sp>
        <p:nvSpPr>
          <p:cNvPr id="14" name="">
            <a:extLst xmlns:a="http://schemas.openxmlformats.org/drawingml/2006/main">
              <a:ext uri="{FF2B5EF4-FFF2-40B4-BE49-F238E27FC236}">
                <a16:creationId xmlns:a16="http://schemas.microsoft.com/office/drawing/2014/main" id="{536839F2-4752-484A-8EA0-0B672FA12F53}"/>
              </a:ext>
            </a:extLst>
          </p:cNvPr>
          <p:cNvSpPr>
            <a:spLocks xmlns:a="http://schemas.openxmlformats.org/drawingml/2006/main" noGrp="1"/>
          </p:cNvSpPr>
          <p:nvPr/>
        </p:nvSpPr>
        <p:spPr>
          <a:xfrm xmlns:a="http://schemas.openxmlformats.org/drawingml/2006/main">
            <a:off x="46863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5" name="">
            <a:extLst xmlns:a="http://schemas.openxmlformats.org/drawingml/2006/main">
              <a:ext uri="{FF2B5EF4-FFF2-40B4-BE49-F238E27FC236}">
                <a16:creationId xmlns:a16="http://schemas.microsoft.com/office/drawing/2014/main" id="{D3293072-586E-4568-96B0-1283377A195C}"/>
              </a:ext>
            </a:extLst>
          </p:cNvPr>
          <p:cNvSpPr>
            <a:spLocks xmlns:a="http://schemas.openxmlformats.org/drawingml/2006/main" noGrp="1"/>
          </p:cNvSpPr>
          <p:nvPr/>
        </p:nvSpPr>
        <p:spPr>
          <a:xfrm xmlns:a="http://schemas.openxmlformats.org/drawingml/2006/main">
            <a:off x="46863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6" name="">
            <a:extLst xmlns:a="http://schemas.openxmlformats.org/drawingml/2006/main">
              <a:ext uri="{FF2B5EF4-FFF2-40B4-BE49-F238E27FC236}">
                <a16:creationId xmlns:a16="http://schemas.microsoft.com/office/drawing/2014/main" id="{2DD509BC-5CC7-46B3-9DBE-CDAC98EEFD8E}"/>
              </a:ext>
            </a:extLst>
          </p:cNvPr>
          <p:cNvSpPr>
            <a:spLocks xmlns:a="http://schemas.openxmlformats.org/drawingml/2006/main" noGrp="1"/>
          </p:cNvSpPr>
          <p:nvPr/>
        </p:nvSpPr>
        <p:spPr>
          <a:xfrm xmlns:a="http://schemas.openxmlformats.org/drawingml/2006/main">
            <a:off x="8248650" y="1752600"/>
            <a:ext cx="3143250" cy="2819400"/>
          </a:xfrm>
          <a:prstGeom xmlns:a="http://schemas.openxmlformats.org/drawingml/2006/main" prst="roundRect">
            <a:avLst>
              <a:gd name="adj" fmla="val 2703"/>
            </a:avLst>
          </a:prstGeom>
          <a:solidFill xmlns:a="http://schemas.openxmlformats.org/drawingml/2006/main">
            <a:srgbClr val="EAF7EF"/>
          </a:solidFill>
          <a:ln xmlns:a="http://schemas.openxmlformats.org/drawingml/2006/main" w="9525">
            <a:solidFill>
              <a:srgbClr val="BCE4C9"/>
            </a:solidFill>
            <a:prstDash val="solid"/>
          </a:ln>
        </p:spPr>
      </p:sp>
      <p:sp>
        <p:nvSpPr>
          <p:cNvPr id="17" name="">
            <a:extLst xmlns:a="http://schemas.openxmlformats.org/drawingml/2006/main">
              <a:ext uri="{FF2B5EF4-FFF2-40B4-BE49-F238E27FC236}">
                <a16:creationId xmlns:a16="http://schemas.microsoft.com/office/drawing/2014/main" id="{3DE4AA78-28A5-43BB-875D-A78CC68D4C20}"/>
              </a:ext>
            </a:extLst>
          </p:cNvPr>
          <p:cNvSpPr>
            <a:spLocks xmlns:a="http://schemas.openxmlformats.org/drawingml/2006/main" noGrp="1"/>
          </p:cNvSpPr>
          <p:nvPr/>
        </p:nvSpPr>
        <p:spPr>
          <a:xfrm xmlns:a="http://schemas.openxmlformats.org/drawingml/2006/main">
            <a:off x="8420100" y="1924050"/>
            <a:ext cx="2800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8" name="">
            <a:extLst xmlns:a="http://schemas.openxmlformats.org/drawingml/2006/main">
              <a:ext uri="{FF2B5EF4-FFF2-40B4-BE49-F238E27FC236}">
                <a16:creationId xmlns:a16="http://schemas.microsoft.com/office/drawing/2014/main" id="{6C16DC11-F832-4CA3-B619-4A132B5AFF9A}"/>
              </a:ext>
            </a:extLst>
          </p:cNvPr>
          <p:cNvSpPr>
            <a:spLocks xmlns:a="http://schemas.openxmlformats.org/drawingml/2006/main" noGrp="1"/>
          </p:cNvSpPr>
          <p:nvPr/>
        </p:nvSpPr>
        <p:spPr>
          <a:xfrm xmlns:a="http://schemas.openxmlformats.org/drawingml/2006/main">
            <a:off x="8420100" y="2209800"/>
            <a:ext cx="2800350" cy="2228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19" name="">
            <a:extLst xmlns:a="http://schemas.openxmlformats.org/drawingml/2006/main">
              <a:ext uri="{FF2B5EF4-FFF2-40B4-BE49-F238E27FC236}">
                <a16:creationId xmlns:a16="http://schemas.microsoft.com/office/drawing/2014/main" id="{D9DB7EFB-144C-4E73-AE0F-F42E58F01092}"/>
              </a:ext>
            </a:extLst>
          </p:cNvPr>
          <p:cNvSpPr>
            <a:spLocks xmlns:a="http://schemas.openxmlformats.org/drawingml/2006/main" noGrp="1"/>
          </p:cNvSpPr>
          <p:nvPr/>
        </p:nvSpPr>
        <p:spPr>
          <a:xfrm xmlns:a="http://schemas.openxmlformats.org/drawingml/2006/main">
            <a:off x="952500" y="5143500"/>
            <a:ext cx="10287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xmlns:p14="http://schemas.microsoft.com/office/powerpoint/2010/main" val="15900514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DD9F22-766C-491E-978A-EAEFE9E088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0E3145-EE9E-410A-9B17-A0BBCEA66EA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453777E-A36A-4B61-8EEC-36BAF7448797}"/>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4" name="">
            <a:extLst xmlns:a="http://schemas.openxmlformats.org/drawingml/2006/main">
              <a:ext uri="{FF2B5EF4-FFF2-40B4-BE49-F238E27FC236}">
                <a16:creationId xmlns:a16="http://schemas.microsoft.com/office/drawing/2014/main" id="{7FD941E5-BD74-457A-BEB9-59A6AF5DD7D0}"/>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5" name="">
            <a:extLst xmlns:a="http://schemas.openxmlformats.org/drawingml/2006/main">
              <a:ext uri="{FF2B5EF4-FFF2-40B4-BE49-F238E27FC236}">
                <a16:creationId xmlns:a16="http://schemas.microsoft.com/office/drawing/2014/main" id="{6B9A31E4-EB1B-4266-9DD9-92042C0D4BED}"/>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6" name="">
            <a:extLst xmlns:a="http://schemas.openxmlformats.org/drawingml/2006/main">
              <a:ext uri="{FF2B5EF4-FFF2-40B4-BE49-F238E27FC236}">
                <a16:creationId xmlns:a16="http://schemas.microsoft.com/office/drawing/2014/main" id="{877BF5E7-0409-40D0-8D8B-38B0DC810D7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6FCE27A-3111-4358-ABED-3A8C5C4B2B7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E3219C2-3EE1-47D9-B883-E8A3AE9A785F}"/>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9A85F3D4-D740-46C6-9EFE-4A76596FEE3B}"/>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74F92DC5-5F92-4A87-9848-2D652C885E44}"/>
              </a:ext>
            </a:extLst>
          </p:cNvPr>
          <p:cNvSpPr>
            <a:spLocks xmlns:a="http://schemas.openxmlformats.org/drawingml/2006/main" noGrp="1"/>
          </p:cNvSpPr>
          <p:nvPr/>
        </p:nvSpPr>
        <p:spPr>
          <a:xfrm xmlns:a="http://schemas.openxmlformats.org/drawingml/2006/main">
            <a:off x="723900" y="15621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06503A80-F00C-4F9D-B33A-5F8918AF07D5}"/>
              </a:ext>
            </a:extLst>
          </p:cNvPr>
          <p:cNvSpPr>
            <a:spLocks xmlns:a="http://schemas.openxmlformats.org/drawingml/2006/main" noGrp="1"/>
          </p:cNvSpPr>
          <p:nvPr/>
        </p:nvSpPr>
        <p:spPr>
          <a:xfrm xmlns:a="http://schemas.openxmlformats.org/drawingml/2006/main">
            <a:off x="914400" y="1647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2" name="">
            <a:extLst xmlns:a="http://schemas.openxmlformats.org/drawingml/2006/main">
              <a:ext uri="{FF2B5EF4-FFF2-40B4-BE49-F238E27FC236}">
                <a16:creationId xmlns:a16="http://schemas.microsoft.com/office/drawing/2014/main" id="{FCE3C80A-BB3A-4AA7-AAEE-7417787F89B4}"/>
              </a:ext>
            </a:extLst>
          </p:cNvPr>
          <p:cNvSpPr>
            <a:spLocks xmlns:a="http://schemas.openxmlformats.org/drawingml/2006/main" noGrp="1"/>
          </p:cNvSpPr>
          <p:nvPr/>
        </p:nvSpPr>
        <p:spPr>
          <a:xfrm xmlns:a="http://schemas.openxmlformats.org/drawingml/2006/main">
            <a:off x="2571750" y="1647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3" name="">
            <a:extLst xmlns:a="http://schemas.openxmlformats.org/drawingml/2006/main">
              <a:ext uri="{FF2B5EF4-FFF2-40B4-BE49-F238E27FC236}">
                <a16:creationId xmlns:a16="http://schemas.microsoft.com/office/drawing/2014/main" id="{00C0C75B-73CE-43FF-B7B4-0CE063A804D9}"/>
              </a:ext>
            </a:extLst>
          </p:cNvPr>
          <p:cNvSpPr>
            <a:spLocks xmlns:a="http://schemas.openxmlformats.org/drawingml/2006/main" noGrp="1"/>
          </p:cNvSpPr>
          <p:nvPr/>
        </p:nvSpPr>
        <p:spPr>
          <a:xfrm xmlns:a="http://schemas.openxmlformats.org/drawingml/2006/main">
            <a:off x="6191250" y="1647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4" name="">
            <a:extLst xmlns:a="http://schemas.openxmlformats.org/drawingml/2006/main">
              <a:ext uri="{FF2B5EF4-FFF2-40B4-BE49-F238E27FC236}">
                <a16:creationId xmlns:a16="http://schemas.microsoft.com/office/drawing/2014/main" id="{E4932221-2CF1-45CF-8B49-2D5A9A837C54}"/>
              </a:ext>
            </a:extLst>
          </p:cNvPr>
          <p:cNvSpPr>
            <a:spLocks xmlns:a="http://schemas.openxmlformats.org/drawingml/2006/main" noGrp="1"/>
          </p:cNvSpPr>
          <p:nvPr/>
        </p:nvSpPr>
        <p:spPr>
          <a:xfrm xmlns:a="http://schemas.openxmlformats.org/drawingml/2006/main">
            <a:off x="723900" y="21717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532D8FB6-E91A-4FF5-84CC-A330E72503E2}"/>
              </a:ext>
            </a:extLst>
          </p:cNvPr>
          <p:cNvSpPr>
            <a:spLocks xmlns:a="http://schemas.openxmlformats.org/drawingml/2006/main" noGrp="1"/>
          </p:cNvSpPr>
          <p:nvPr/>
        </p:nvSpPr>
        <p:spPr>
          <a:xfrm xmlns:a="http://schemas.openxmlformats.org/drawingml/2006/main">
            <a:off x="914400" y="2257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6" name="">
            <a:extLst xmlns:a="http://schemas.openxmlformats.org/drawingml/2006/main">
              <a:ext uri="{FF2B5EF4-FFF2-40B4-BE49-F238E27FC236}">
                <a16:creationId xmlns:a16="http://schemas.microsoft.com/office/drawing/2014/main" id="{5D9E5747-A76B-445C-95CD-0723FD8D9D68}"/>
              </a:ext>
            </a:extLst>
          </p:cNvPr>
          <p:cNvSpPr>
            <a:spLocks xmlns:a="http://schemas.openxmlformats.org/drawingml/2006/main" noGrp="1"/>
          </p:cNvSpPr>
          <p:nvPr/>
        </p:nvSpPr>
        <p:spPr>
          <a:xfrm xmlns:a="http://schemas.openxmlformats.org/drawingml/2006/main">
            <a:off x="2571750" y="2257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7" name="">
            <a:extLst xmlns:a="http://schemas.openxmlformats.org/drawingml/2006/main">
              <a:ext uri="{FF2B5EF4-FFF2-40B4-BE49-F238E27FC236}">
                <a16:creationId xmlns:a16="http://schemas.microsoft.com/office/drawing/2014/main" id="{5090BBD6-0CFD-4C5B-B464-2CDD69111465}"/>
              </a:ext>
            </a:extLst>
          </p:cNvPr>
          <p:cNvSpPr>
            <a:spLocks xmlns:a="http://schemas.openxmlformats.org/drawingml/2006/main" noGrp="1"/>
          </p:cNvSpPr>
          <p:nvPr/>
        </p:nvSpPr>
        <p:spPr>
          <a:xfrm xmlns:a="http://schemas.openxmlformats.org/drawingml/2006/main">
            <a:off x="6191250" y="2257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8" name="">
            <a:extLst xmlns:a="http://schemas.openxmlformats.org/drawingml/2006/main">
              <a:ext uri="{FF2B5EF4-FFF2-40B4-BE49-F238E27FC236}">
                <a16:creationId xmlns:a16="http://schemas.microsoft.com/office/drawing/2014/main" id="{47D0260F-E256-4B4F-A3C2-9150F582153A}"/>
              </a:ext>
            </a:extLst>
          </p:cNvPr>
          <p:cNvSpPr>
            <a:spLocks xmlns:a="http://schemas.openxmlformats.org/drawingml/2006/main" noGrp="1"/>
          </p:cNvSpPr>
          <p:nvPr/>
        </p:nvSpPr>
        <p:spPr>
          <a:xfrm xmlns:a="http://schemas.openxmlformats.org/drawingml/2006/main">
            <a:off x="723900" y="27813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19" name="">
            <a:extLst xmlns:a="http://schemas.openxmlformats.org/drawingml/2006/main">
              <a:ext uri="{FF2B5EF4-FFF2-40B4-BE49-F238E27FC236}">
                <a16:creationId xmlns:a16="http://schemas.microsoft.com/office/drawing/2014/main" id="{FD366275-7750-47C2-92C1-E13217BFBA6E}"/>
              </a:ext>
            </a:extLst>
          </p:cNvPr>
          <p:cNvSpPr>
            <a:spLocks xmlns:a="http://schemas.openxmlformats.org/drawingml/2006/main" noGrp="1"/>
          </p:cNvSpPr>
          <p:nvPr/>
        </p:nvSpPr>
        <p:spPr>
          <a:xfrm xmlns:a="http://schemas.openxmlformats.org/drawingml/2006/main">
            <a:off x="914400" y="28670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0" name="">
            <a:extLst xmlns:a="http://schemas.openxmlformats.org/drawingml/2006/main">
              <a:ext uri="{FF2B5EF4-FFF2-40B4-BE49-F238E27FC236}">
                <a16:creationId xmlns:a16="http://schemas.microsoft.com/office/drawing/2014/main" id="{F60375E4-F7D6-4A47-897D-C647A9C786F8}"/>
              </a:ext>
            </a:extLst>
          </p:cNvPr>
          <p:cNvSpPr>
            <a:spLocks xmlns:a="http://schemas.openxmlformats.org/drawingml/2006/main" noGrp="1"/>
          </p:cNvSpPr>
          <p:nvPr/>
        </p:nvSpPr>
        <p:spPr>
          <a:xfrm xmlns:a="http://schemas.openxmlformats.org/drawingml/2006/main">
            <a:off x="2571750" y="28670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1" name="">
            <a:extLst xmlns:a="http://schemas.openxmlformats.org/drawingml/2006/main">
              <a:ext uri="{FF2B5EF4-FFF2-40B4-BE49-F238E27FC236}">
                <a16:creationId xmlns:a16="http://schemas.microsoft.com/office/drawing/2014/main" id="{6109106E-10BD-4893-86F0-A8E6F164E822}"/>
              </a:ext>
            </a:extLst>
          </p:cNvPr>
          <p:cNvSpPr>
            <a:spLocks xmlns:a="http://schemas.openxmlformats.org/drawingml/2006/main" noGrp="1"/>
          </p:cNvSpPr>
          <p:nvPr/>
        </p:nvSpPr>
        <p:spPr>
          <a:xfrm xmlns:a="http://schemas.openxmlformats.org/drawingml/2006/main">
            <a:off x="6191250" y="28670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2" name="">
            <a:extLst xmlns:a="http://schemas.openxmlformats.org/drawingml/2006/main">
              <a:ext uri="{FF2B5EF4-FFF2-40B4-BE49-F238E27FC236}">
                <a16:creationId xmlns:a16="http://schemas.microsoft.com/office/drawing/2014/main" id="{949BADD0-7690-4A66-A080-892825BB9DF2}"/>
              </a:ext>
            </a:extLst>
          </p:cNvPr>
          <p:cNvSpPr>
            <a:spLocks xmlns:a="http://schemas.openxmlformats.org/drawingml/2006/main" noGrp="1"/>
          </p:cNvSpPr>
          <p:nvPr/>
        </p:nvSpPr>
        <p:spPr>
          <a:xfrm xmlns:a="http://schemas.openxmlformats.org/drawingml/2006/main">
            <a:off x="723900" y="33909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587343C0-5051-4EBE-947A-3C1D516751FD}"/>
              </a:ext>
            </a:extLst>
          </p:cNvPr>
          <p:cNvSpPr>
            <a:spLocks xmlns:a="http://schemas.openxmlformats.org/drawingml/2006/main" noGrp="1"/>
          </p:cNvSpPr>
          <p:nvPr/>
        </p:nvSpPr>
        <p:spPr>
          <a:xfrm xmlns:a="http://schemas.openxmlformats.org/drawingml/2006/main">
            <a:off x="914400" y="34766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4" name="">
            <a:extLst xmlns:a="http://schemas.openxmlformats.org/drawingml/2006/main">
              <a:ext uri="{FF2B5EF4-FFF2-40B4-BE49-F238E27FC236}">
                <a16:creationId xmlns:a16="http://schemas.microsoft.com/office/drawing/2014/main" id="{4F024EA6-245A-4036-AB5A-60B99A98D9DD}"/>
              </a:ext>
            </a:extLst>
          </p:cNvPr>
          <p:cNvSpPr>
            <a:spLocks xmlns:a="http://schemas.openxmlformats.org/drawingml/2006/main" noGrp="1"/>
          </p:cNvSpPr>
          <p:nvPr/>
        </p:nvSpPr>
        <p:spPr>
          <a:xfrm xmlns:a="http://schemas.openxmlformats.org/drawingml/2006/main">
            <a:off x="2571750" y="34766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5" name="">
            <a:extLst xmlns:a="http://schemas.openxmlformats.org/drawingml/2006/main">
              <a:ext uri="{FF2B5EF4-FFF2-40B4-BE49-F238E27FC236}">
                <a16:creationId xmlns:a16="http://schemas.microsoft.com/office/drawing/2014/main" id="{2078973C-8822-460B-8D31-D288DE6E4F8B}"/>
              </a:ext>
            </a:extLst>
          </p:cNvPr>
          <p:cNvSpPr>
            <a:spLocks xmlns:a="http://schemas.openxmlformats.org/drawingml/2006/main" noGrp="1"/>
          </p:cNvSpPr>
          <p:nvPr/>
        </p:nvSpPr>
        <p:spPr>
          <a:xfrm xmlns:a="http://schemas.openxmlformats.org/drawingml/2006/main">
            <a:off x="6191250" y="34766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6" name="">
            <a:extLst xmlns:a="http://schemas.openxmlformats.org/drawingml/2006/main">
              <a:ext uri="{FF2B5EF4-FFF2-40B4-BE49-F238E27FC236}">
                <a16:creationId xmlns:a16="http://schemas.microsoft.com/office/drawing/2014/main" id="{8E0A4073-6BE0-42B1-A1EE-B818EB0F58AA}"/>
              </a:ext>
            </a:extLst>
          </p:cNvPr>
          <p:cNvSpPr>
            <a:spLocks xmlns:a="http://schemas.openxmlformats.org/drawingml/2006/main" noGrp="1"/>
          </p:cNvSpPr>
          <p:nvPr/>
        </p:nvSpPr>
        <p:spPr>
          <a:xfrm xmlns:a="http://schemas.openxmlformats.org/drawingml/2006/main">
            <a:off x="723900" y="40005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27" name="">
            <a:extLst xmlns:a="http://schemas.openxmlformats.org/drawingml/2006/main">
              <a:ext uri="{FF2B5EF4-FFF2-40B4-BE49-F238E27FC236}">
                <a16:creationId xmlns:a16="http://schemas.microsoft.com/office/drawing/2014/main" id="{2441CE03-F572-469A-B799-4B3E28E3781E}"/>
              </a:ext>
            </a:extLst>
          </p:cNvPr>
          <p:cNvSpPr>
            <a:spLocks xmlns:a="http://schemas.openxmlformats.org/drawingml/2006/main" noGrp="1"/>
          </p:cNvSpPr>
          <p:nvPr/>
        </p:nvSpPr>
        <p:spPr>
          <a:xfrm xmlns:a="http://schemas.openxmlformats.org/drawingml/2006/main">
            <a:off x="914400" y="40862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8" name="">
            <a:extLst xmlns:a="http://schemas.openxmlformats.org/drawingml/2006/main">
              <a:ext uri="{FF2B5EF4-FFF2-40B4-BE49-F238E27FC236}">
                <a16:creationId xmlns:a16="http://schemas.microsoft.com/office/drawing/2014/main" id="{0DEB05C4-3911-400A-99DF-A2063A7F4378}"/>
              </a:ext>
            </a:extLst>
          </p:cNvPr>
          <p:cNvSpPr>
            <a:spLocks xmlns:a="http://schemas.openxmlformats.org/drawingml/2006/main" noGrp="1"/>
          </p:cNvSpPr>
          <p:nvPr/>
        </p:nvSpPr>
        <p:spPr>
          <a:xfrm xmlns:a="http://schemas.openxmlformats.org/drawingml/2006/main">
            <a:off x="2571750" y="40862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29" name="">
            <a:extLst xmlns:a="http://schemas.openxmlformats.org/drawingml/2006/main">
              <a:ext uri="{FF2B5EF4-FFF2-40B4-BE49-F238E27FC236}">
                <a16:creationId xmlns:a16="http://schemas.microsoft.com/office/drawing/2014/main" id="{DEB8486D-2097-4FC2-8AF9-A4DD63984D12}"/>
              </a:ext>
            </a:extLst>
          </p:cNvPr>
          <p:cNvSpPr>
            <a:spLocks xmlns:a="http://schemas.openxmlformats.org/drawingml/2006/main" noGrp="1"/>
          </p:cNvSpPr>
          <p:nvPr/>
        </p:nvSpPr>
        <p:spPr>
          <a:xfrm xmlns:a="http://schemas.openxmlformats.org/drawingml/2006/main">
            <a:off x="6191250" y="40862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0" name="">
            <a:extLst xmlns:a="http://schemas.openxmlformats.org/drawingml/2006/main">
              <a:ext uri="{FF2B5EF4-FFF2-40B4-BE49-F238E27FC236}">
                <a16:creationId xmlns:a16="http://schemas.microsoft.com/office/drawing/2014/main" id="{B8F0E328-6B3A-4FD2-AB86-7B85D59B2D45}"/>
              </a:ext>
            </a:extLst>
          </p:cNvPr>
          <p:cNvSpPr>
            <a:spLocks xmlns:a="http://schemas.openxmlformats.org/drawingml/2006/main" noGrp="1"/>
          </p:cNvSpPr>
          <p:nvPr/>
        </p:nvSpPr>
        <p:spPr>
          <a:xfrm xmlns:a="http://schemas.openxmlformats.org/drawingml/2006/main">
            <a:off x="723900" y="4610100"/>
            <a:ext cx="1019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sp>
        <p:nvSpPr>
          <p:cNvPr id="31" name="">
            <a:extLst xmlns:a="http://schemas.openxmlformats.org/drawingml/2006/main">
              <a:ext uri="{FF2B5EF4-FFF2-40B4-BE49-F238E27FC236}">
                <a16:creationId xmlns:a16="http://schemas.microsoft.com/office/drawing/2014/main" id="{052C6546-5F71-4BA5-81FF-AE70E5710F82}"/>
              </a:ext>
            </a:extLst>
          </p:cNvPr>
          <p:cNvSpPr>
            <a:spLocks xmlns:a="http://schemas.openxmlformats.org/drawingml/2006/main" noGrp="1"/>
          </p:cNvSpPr>
          <p:nvPr/>
        </p:nvSpPr>
        <p:spPr>
          <a:xfrm xmlns:a="http://schemas.openxmlformats.org/drawingml/2006/main">
            <a:off x="914400" y="4695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2" name="">
            <a:extLst xmlns:a="http://schemas.openxmlformats.org/drawingml/2006/main">
              <a:ext uri="{FF2B5EF4-FFF2-40B4-BE49-F238E27FC236}">
                <a16:creationId xmlns:a16="http://schemas.microsoft.com/office/drawing/2014/main" id="{2471A326-29BC-4962-84A7-F5DA8D4566E8}"/>
              </a:ext>
            </a:extLst>
          </p:cNvPr>
          <p:cNvSpPr>
            <a:spLocks xmlns:a="http://schemas.openxmlformats.org/drawingml/2006/main" noGrp="1"/>
          </p:cNvSpPr>
          <p:nvPr/>
        </p:nvSpPr>
        <p:spPr>
          <a:xfrm xmlns:a="http://schemas.openxmlformats.org/drawingml/2006/main">
            <a:off x="2571750" y="46958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3" name="">
            <a:extLst xmlns:a="http://schemas.openxmlformats.org/drawingml/2006/main">
              <a:ext uri="{FF2B5EF4-FFF2-40B4-BE49-F238E27FC236}">
                <a16:creationId xmlns:a16="http://schemas.microsoft.com/office/drawing/2014/main" id="{B7886B48-6FBD-4C1D-8831-2D5F6DC94D3E}"/>
              </a:ext>
            </a:extLst>
          </p:cNvPr>
          <p:cNvSpPr>
            <a:spLocks xmlns:a="http://schemas.openxmlformats.org/drawingml/2006/main" noGrp="1"/>
          </p:cNvSpPr>
          <p:nvPr/>
        </p:nvSpPr>
        <p:spPr>
          <a:xfrm xmlns:a="http://schemas.openxmlformats.org/drawingml/2006/main">
            <a:off x="6191250" y="46958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4" name="">
            <a:extLst xmlns:a="http://schemas.openxmlformats.org/drawingml/2006/main">
              <a:ext uri="{FF2B5EF4-FFF2-40B4-BE49-F238E27FC236}">
                <a16:creationId xmlns:a16="http://schemas.microsoft.com/office/drawing/2014/main" id="{EAE6761F-A954-4EC6-BE5A-5285FE159AE8}"/>
              </a:ext>
            </a:extLst>
          </p:cNvPr>
          <p:cNvSpPr>
            <a:spLocks xmlns:a="http://schemas.openxmlformats.org/drawingml/2006/main" noGrp="1"/>
          </p:cNvSpPr>
          <p:nvPr/>
        </p:nvSpPr>
        <p:spPr>
          <a:xfrm xmlns:a="http://schemas.openxmlformats.org/drawingml/2006/main">
            <a:off x="723900" y="5219700"/>
            <a:ext cx="1019175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E0033059-3224-48C4-829E-17A02DE0005D}"/>
              </a:ext>
            </a:extLst>
          </p:cNvPr>
          <p:cNvSpPr>
            <a:spLocks xmlns:a="http://schemas.openxmlformats.org/drawingml/2006/main" noGrp="1"/>
          </p:cNvSpPr>
          <p:nvPr/>
        </p:nvSpPr>
        <p:spPr>
          <a:xfrm xmlns:a="http://schemas.openxmlformats.org/drawingml/2006/main">
            <a:off x="914400" y="53054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6" name="">
            <a:extLst xmlns:a="http://schemas.openxmlformats.org/drawingml/2006/main">
              <a:ext uri="{FF2B5EF4-FFF2-40B4-BE49-F238E27FC236}">
                <a16:creationId xmlns:a16="http://schemas.microsoft.com/office/drawing/2014/main" id="{F7286AF5-E120-4818-A3F0-D7F07872C7EE}"/>
              </a:ext>
            </a:extLst>
          </p:cNvPr>
          <p:cNvSpPr>
            <a:spLocks xmlns:a="http://schemas.openxmlformats.org/drawingml/2006/main" noGrp="1"/>
          </p:cNvSpPr>
          <p:nvPr/>
        </p:nvSpPr>
        <p:spPr>
          <a:xfrm xmlns:a="http://schemas.openxmlformats.org/drawingml/2006/main">
            <a:off x="2571750" y="5305425"/>
            <a:ext cx="3333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7" name="">
            <a:extLst xmlns:a="http://schemas.openxmlformats.org/drawingml/2006/main">
              <a:ext uri="{FF2B5EF4-FFF2-40B4-BE49-F238E27FC236}">
                <a16:creationId xmlns:a16="http://schemas.microsoft.com/office/drawing/2014/main" id="{02AA750E-A085-4A42-A464-0CC1B56A28CF}"/>
              </a:ext>
            </a:extLst>
          </p:cNvPr>
          <p:cNvSpPr>
            <a:spLocks xmlns:a="http://schemas.openxmlformats.org/drawingml/2006/main" noGrp="1"/>
          </p:cNvSpPr>
          <p:nvPr/>
        </p:nvSpPr>
        <p:spPr>
          <a:xfrm xmlns:a="http://schemas.openxmlformats.org/drawingml/2006/main">
            <a:off x="6191250" y="5305425"/>
            <a:ext cx="447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xmlns:p14="http://schemas.microsoft.com/office/powerpoint/2010/main" val="14636333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A2F20F-D66F-4EBF-95FF-190AEAFD5B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267B184-4028-4BAE-93B1-BF7C389F018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E0CC64E-46B9-4DDB-9A47-7E98A563489A}"/>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E2A7ADAD-F734-429F-8E4F-9BE28FF6E36F}"/>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5" name="">
            <a:extLst xmlns:a="http://schemas.openxmlformats.org/drawingml/2006/main">
              <a:ext uri="{FF2B5EF4-FFF2-40B4-BE49-F238E27FC236}">
                <a16:creationId xmlns:a16="http://schemas.microsoft.com/office/drawing/2014/main" id="{09375554-30A7-48B8-98DE-48D258408B41}"/>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6" name="">
            <a:extLst xmlns:a="http://schemas.openxmlformats.org/drawingml/2006/main">
              <a:ext uri="{FF2B5EF4-FFF2-40B4-BE49-F238E27FC236}">
                <a16:creationId xmlns:a16="http://schemas.microsoft.com/office/drawing/2014/main" id="{58715B4E-BB7B-47B8-89E9-C667F881B2EE}"/>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06A462D1-CA00-46A8-9ACD-74B64AB97F5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900A72D-68BD-4200-AC9A-CF7C12F6AAA7}"/>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A6833B6-BFF8-4D23-AD50-1A7B72FC448E}"/>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0" name="">
            <a:extLst xmlns:a="http://schemas.openxmlformats.org/drawingml/2006/main">
              <a:ext uri="{FF2B5EF4-FFF2-40B4-BE49-F238E27FC236}">
                <a16:creationId xmlns:a16="http://schemas.microsoft.com/office/drawing/2014/main" id="{F322084B-08B9-4C9B-B230-DD1BF9B45427}"/>
              </a:ext>
            </a:extLst>
          </p:cNvPr>
          <p:cNvSpPr>
            <a:spLocks xmlns:a="http://schemas.openxmlformats.org/drawingml/2006/main" noGrp="1"/>
          </p:cNvSpPr>
          <p:nvPr/>
        </p:nvSpPr>
        <p:spPr>
          <a:xfrm xmlns:a="http://schemas.openxmlformats.org/drawingml/2006/main">
            <a:off x="571500" y="1428750"/>
            <a:ext cx="104394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808f7cb95384462"/>
          <a:stretch xmlns:a="http://schemas.openxmlformats.org/drawingml/2006/main"/>
        </p:blipFill>
        <p:spPr>
          <a:xfrm xmlns:a="http://schemas.openxmlformats.org/drawingml/2006/main">
            <a:off x="647700" y="1811655"/>
            <a:ext cx="10287000" cy="397764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A8845E0-4A0A-4115-89B7-920542DD8FBA}"/>
              </a:ext>
            </a:extLst>
          </p:cNvPr>
          <p:cNvSpPr>
            <a:spLocks xmlns:a="http://schemas.openxmlformats.org/drawingml/2006/main" noGrp="1"/>
          </p:cNvSpPr>
          <p:nvPr/>
        </p:nvSpPr>
        <p:spPr>
          <a:xfrm xmlns:a="http://schemas.openxmlformats.org/drawingml/2006/main">
            <a:off x="9258300" y="1524000"/>
            <a:ext cx="190500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E04AE68F-8840-411A-A2E1-51D9D9BFDBFA}"/>
              </a:ext>
            </a:extLst>
          </p:cNvPr>
          <p:cNvSpPr>
            <a:spLocks xmlns:a="http://schemas.openxmlformats.org/drawingml/2006/main" noGrp="1"/>
          </p:cNvSpPr>
          <p:nvPr/>
        </p:nvSpPr>
        <p:spPr>
          <a:xfrm xmlns:a="http://schemas.openxmlformats.org/drawingml/2006/main">
            <a:off x="9353550" y="1571625"/>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xmlns:p14="http://schemas.microsoft.com/office/powerpoint/2010/main" val="12472339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753A42-CB93-4862-9B40-8B2F87F251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89C65CB-CFE9-4C49-9FD3-9CB7EB26790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191997-B331-4515-86CF-9C8F35430E46}"/>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09E8F745-8698-49BA-B03F-095FFAD4C54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5" name="">
            <a:extLst xmlns:a="http://schemas.openxmlformats.org/drawingml/2006/main">
              <a:ext uri="{FF2B5EF4-FFF2-40B4-BE49-F238E27FC236}">
                <a16:creationId xmlns:a16="http://schemas.microsoft.com/office/drawing/2014/main" id="{0EDE9C79-9C6E-460F-9DA5-ED1ABDC3B09F}"/>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6" name="">
            <a:extLst xmlns:a="http://schemas.openxmlformats.org/drawingml/2006/main">
              <a:ext uri="{FF2B5EF4-FFF2-40B4-BE49-F238E27FC236}">
                <a16:creationId xmlns:a16="http://schemas.microsoft.com/office/drawing/2014/main" id="{B78FABF5-BC1C-4ECD-8410-EDA1253AE3E4}"/>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80AB9CA-BEF9-4153-BF8F-252FF5244E86}"/>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77B5519-F500-42EE-986C-DD5661A31526}"/>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ACCA3792-29CE-4388-8DA4-F67D21835B2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0" name="">
            <a:extLst xmlns:a="http://schemas.openxmlformats.org/drawingml/2006/main">
              <a:ext uri="{FF2B5EF4-FFF2-40B4-BE49-F238E27FC236}">
                <a16:creationId xmlns:a16="http://schemas.microsoft.com/office/drawing/2014/main" id="{3ACEE507-2C67-48F2-80A2-933A14AB279E}"/>
              </a:ext>
            </a:extLst>
          </p:cNvPr>
          <p:cNvSpPr>
            <a:spLocks xmlns:a="http://schemas.openxmlformats.org/drawingml/2006/main" noGrp="1"/>
          </p:cNvSpPr>
          <p:nvPr/>
        </p:nvSpPr>
        <p:spPr>
          <a:xfrm xmlns:a="http://schemas.openxmlformats.org/drawingml/2006/main">
            <a:off x="552450" y="1428750"/>
            <a:ext cx="10058400" cy="47244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c2a72daff99482c"/>
          <a:stretch xmlns:a="http://schemas.openxmlformats.org/drawingml/2006/main"/>
        </p:blipFill>
        <p:spPr>
          <a:xfrm xmlns:a="http://schemas.openxmlformats.org/drawingml/2006/main">
            <a:off x="2724150" y="1504950"/>
            <a:ext cx="5715000" cy="4572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85ACAA7-4D2F-4FE3-80F0-73D9E9973602}"/>
              </a:ext>
            </a:extLst>
          </p:cNvPr>
          <p:cNvSpPr>
            <a:spLocks xmlns:a="http://schemas.openxmlformats.org/drawingml/2006/main" noGrp="1"/>
          </p:cNvSpPr>
          <p:nvPr/>
        </p:nvSpPr>
        <p:spPr>
          <a:xfrm xmlns:a="http://schemas.openxmlformats.org/drawingml/2006/main">
            <a:off x="10668000" y="1809750"/>
            <a:ext cx="952500" cy="1571625"/>
          </a:xfrm>
          <a:prstGeom xmlns:a="http://schemas.openxmlformats.org/drawingml/2006/main" prst="roundRect">
            <a:avLst>
              <a:gd name="adj" fmla="val 8000"/>
            </a:avLst>
          </a:prstGeom>
          <a:solidFill xmlns:a="http://schemas.openxmlformats.org/drawingml/2006/main">
            <a:srgbClr val="FFF4E6"/>
          </a:solidFill>
          <a:ln xmlns:a="http://schemas.openxmlformats.org/drawingml/2006/main" w="9525">
            <a:solidFill>
              <a:srgbClr val="F4C98A"/>
            </a:solidFill>
            <a:prstDash val="solid"/>
          </a:ln>
        </p:spPr>
      </p:sp>
      <p:sp>
        <p:nvSpPr>
          <p:cNvPr id="13" name="">
            <a:extLst xmlns:a="http://schemas.openxmlformats.org/drawingml/2006/main">
              <a:ext uri="{FF2B5EF4-FFF2-40B4-BE49-F238E27FC236}">
                <a16:creationId xmlns:a16="http://schemas.microsoft.com/office/drawing/2014/main" id="{5290986A-533B-4F98-A21A-7BE2A2D3BEF6}"/>
              </a:ext>
            </a:extLst>
          </p:cNvPr>
          <p:cNvSpPr>
            <a:spLocks xmlns:a="http://schemas.openxmlformats.org/drawingml/2006/main" noGrp="1"/>
          </p:cNvSpPr>
          <p:nvPr/>
        </p:nvSpPr>
        <p:spPr>
          <a:xfrm xmlns:a="http://schemas.openxmlformats.org/drawingml/2006/main">
            <a:off x="10839450" y="1981200"/>
            <a:ext cx="60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4" name="">
            <a:extLst xmlns:a="http://schemas.openxmlformats.org/drawingml/2006/main">
              <a:ext uri="{FF2B5EF4-FFF2-40B4-BE49-F238E27FC236}">
                <a16:creationId xmlns:a16="http://schemas.microsoft.com/office/drawing/2014/main" id="{048BF610-D639-4E26-8C4E-C886712F7474}"/>
              </a:ext>
            </a:extLst>
          </p:cNvPr>
          <p:cNvSpPr>
            <a:spLocks xmlns:a="http://schemas.openxmlformats.org/drawingml/2006/main" noGrp="1"/>
          </p:cNvSpPr>
          <p:nvPr/>
        </p:nvSpPr>
        <p:spPr>
          <a:xfrm xmlns:a="http://schemas.openxmlformats.org/drawingml/2006/main">
            <a:off x="10839450" y="2266950"/>
            <a:ext cx="609600" cy="9810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xmlns:p14="http://schemas.microsoft.com/office/powerpoint/2010/main" val="8626748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588F69-6048-4BB2-8F2A-F4C37DFDAA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3956EC3-E85C-4E14-81A6-6E432D457B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F52ECC0-E45A-4B0E-B2E9-E0E1FE9EA4BA}"/>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3E78E8CC-58AE-4300-9FC2-C81617DF317B}"/>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5" name="">
            <a:extLst xmlns:a="http://schemas.openxmlformats.org/drawingml/2006/main">
              <a:ext uri="{FF2B5EF4-FFF2-40B4-BE49-F238E27FC236}">
                <a16:creationId xmlns:a16="http://schemas.microsoft.com/office/drawing/2014/main" id="{A76B0B61-D00B-4006-AA0D-1369582C5A16}"/>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6" name="">
            <a:extLst xmlns:a="http://schemas.openxmlformats.org/drawingml/2006/main">
              <a:ext uri="{FF2B5EF4-FFF2-40B4-BE49-F238E27FC236}">
                <a16:creationId xmlns:a16="http://schemas.microsoft.com/office/drawing/2014/main" id="{0582BAA3-0B2C-4BB2-B8DB-ED8C88988820}"/>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900E764-0A9C-4A18-B7CD-48F47CD51F5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14F862F-17AC-4A07-B87C-C92D2B7F2EC3}"/>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2E26D222-62A3-418C-9E53-5874944C258D}"/>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0" name="">
            <a:extLst xmlns:a="http://schemas.openxmlformats.org/drawingml/2006/main">
              <a:ext uri="{FF2B5EF4-FFF2-40B4-BE49-F238E27FC236}">
                <a16:creationId xmlns:a16="http://schemas.microsoft.com/office/drawing/2014/main" id="{9D0D6E24-5EBF-4E48-8161-F002F580495D}"/>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858e53b9f364762"/>
          <a:stretch xmlns:a="http://schemas.openxmlformats.org/drawingml/2006/main"/>
        </p:blipFill>
        <p:spPr>
          <a:xfrm xmlns:a="http://schemas.openxmlformats.org/drawingml/2006/main">
            <a:off x="1397852" y="1504950"/>
            <a:ext cx="8958146"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0EC6E98-DA3B-43A2-8A5B-CC45E40B4759}"/>
              </a:ext>
            </a:extLst>
          </p:cNvPr>
          <p:cNvSpPr>
            <a:spLocks xmlns:a="http://schemas.openxmlformats.org/drawingml/2006/main" noGrp="1"/>
          </p:cNvSpPr>
          <p:nvPr/>
        </p:nvSpPr>
        <p:spPr>
          <a:xfrm xmlns:a="http://schemas.openxmlformats.org/drawingml/2006/main">
            <a:off x="93345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FB017EFF-C4F5-4C85-B726-898E557E1A7C}"/>
              </a:ext>
            </a:extLst>
          </p:cNvPr>
          <p:cNvSpPr>
            <a:spLocks xmlns:a="http://schemas.openxmlformats.org/drawingml/2006/main" noGrp="1"/>
          </p:cNvSpPr>
          <p:nvPr/>
        </p:nvSpPr>
        <p:spPr>
          <a:xfrm xmlns:a="http://schemas.openxmlformats.org/drawingml/2006/main">
            <a:off x="94297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xmlns:p14="http://schemas.microsoft.com/office/powerpoint/2010/main" val="165460693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5DBB13-CEF8-4E46-8C9E-910E843051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83E1A44-37D9-4F68-B024-257B407F805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EAFBD92-AAC5-4AA0-BFCB-1D98EDF8F4DF}"/>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93C752F0-B2B3-49F5-9051-898B07EB2E34}"/>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5" name="">
            <a:extLst xmlns:a="http://schemas.openxmlformats.org/drawingml/2006/main">
              <a:ext uri="{FF2B5EF4-FFF2-40B4-BE49-F238E27FC236}">
                <a16:creationId xmlns:a16="http://schemas.microsoft.com/office/drawing/2014/main" id="{AB6BC95D-269D-4967-9F0E-F535F146D4E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6" name="">
            <a:extLst xmlns:a="http://schemas.openxmlformats.org/drawingml/2006/main">
              <a:ext uri="{FF2B5EF4-FFF2-40B4-BE49-F238E27FC236}">
                <a16:creationId xmlns:a16="http://schemas.microsoft.com/office/drawing/2014/main" id="{1F716BD2-9A95-4883-A37E-A468017602BA}"/>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C3791BC-F2A4-4C15-A2C3-9827E451E51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2E8C233-F8DF-466E-A6AD-280872565F72}"/>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7A53BE3B-08E0-4644-89C6-914FA756740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0" name="">
            <a:extLst xmlns:a="http://schemas.openxmlformats.org/drawingml/2006/main">
              <a:ext uri="{FF2B5EF4-FFF2-40B4-BE49-F238E27FC236}">
                <a16:creationId xmlns:a16="http://schemas.microsoft.com/office/drawing/2014/main" id="{47E93D3E-24F2-4CEF-8CAB-D940D8192F31}"/>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0bef62ed5da4d5e"/>
          <a:stretch xmlns:a="http://schemas.openxmlformats.org/drawingml/2006/main"/>
        </p:blipFill>
        <p:spPr>
          <a:xfrm xmlns:a="http://schemas.openxmlformats.org/drawingml/2006/main">
            <a:off x="1285875" y="1504950"/>
            <a:ext cx="918210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2649559-C950-438C-A56F-090065415257}"/>
              </a:ext>
            </a:extLst>
          </p:cNvPr>
          <p:cNvSpPr>
            <a:spLocks xmlns:a="http://schemas.openxmlformats.org/drawingml/2006/main" noGrp="1"/>
          </p:cNvSpPr>
          <p:nvPr/>
        </p:nvSpPr>
        <p:spPr>
          <a:xfrm xmlns:a="http://schemas.openxmlformats.org/drawingml/2006/main">
            <a:off x="9105900" y="1524000"/>
            <a:ext cx="2000250" cy="247650"/>
          </a:xfrm>
          <a:prstGeom xmlns:a="http://schemas.openxmlformats.org/drawingml/2006/main" prst="rect">
            <a:avLst/>
          </a:prstGeom>
          <a:solidFill xmlns:a="http://schemas.openxmlformats.org/drawingml/2006/main">
            <a:srgbClr val="EEF3F8"/>
          </a:solidFill>
          <a:ln xmlns:a="http://schemas.openxmlformats.org/drawingml/2006/main" w="0">
            <a:solidFill>
              <a:srgbClr val="EEF3F8"/>
            </a:solidFill>
            <a:prstDash val="solid"/>
          </a:ln>
        </p:spPr>
      </p:sp>
      <p:sp>
        <p:nvSpPr>
          <p:cNvPr id="13" name="">
            <a:extLst xmlns:a="http://schemas.openxmlformats.org/drawingml/2006/main">
              <a:ext uri="{FF2B5EF4-FFF2-40B4-BE49-F238E27FC236}">
                <a16:creationId xmlns:a16="http://schemas.microsoft.com/office/drawing/2014/main" id="{B7A28D3A-F913-4052-AA24-BC971B19FEF6}"/>
              </a:ext>
            </a:extLst>
          </p:cNvPr>
          <p:cNvSpPr>
            <a:spLocks xmlns:a="http://schemas.openxmlformats.org/drawingml/2006/main" noGrp="1"/>
          </p:cNvSpPr>
          <p:nvPr/>
        </p:nvSpPr>
        <p:spPr>
          <a:xfrm xmlns:a="http://schemas.openxmlformats.org/drawingml/2006/main">
            <a:off x="9201150" y="1571625"/>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xmlns:p14="http://schemas.microsoft.com/office/powerpoint/2010/main" val="25440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AFE56C-13DC-47B0-9E77-52FAA66E6A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3D9B835-266E-4057-811F-09838D61EF5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3105DA8-20A3-4F50-A4D2-A374066C70A2}"/>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B27F599F-84EA-4183-943E-562CE7815836}"/>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5" name="">
            <a:extLst xmlns:a="http://schemas.openxmlformats.org/drawingml/2006/main">
              <a:ext uri="{FF2B5EF4-FFF2-40B4-BE49-F238E27FC236}">
                <a16:creationId xmlns:a16="http://schemas.microsoft.com/office/drawing/2014/main" id="{1A555DC2-8A77-4D0D-BEFE-AFFD189825BB}"/>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6" name="">
            <a:extLst xmlns:a="http://schemas.openxmlformats.org/drawingml/2006/main">
              <a:ext uri="{FF2B5EF4-FFF2-40B4-BE49-F238E27FC236}">
                <a16:creationId xmlns:a16="http://schemas.microsoft.com/office/drawing/2014/main" id="{393C3BB7-EF96-4291-99A5-6DAF6F4A5BDB}"/>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16AB57A-5CF4-4616-BAA5-0C78442C7B37}"/>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9ED5DB6-1FC8-4DA2-930C-A7C7799CF41C}"/>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D0B94A40-1720-40F6-A542-FE42939C5E3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0" name="">
            <a:extLst xmlns:a="http://schemas.openxmlformats.org/drawingml/2006/main">
              <a:ext uri="{FF2B5EF4-FFF2-40B4-BE49-F238E27FC236}">
                <a16:creationId xmlns:a16="http://schemas.microsoft.com/office/drawing/2014/main" id="{2E748420-825B-4F10-95B9-C5330C891BBE}"/>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3e0b39b89a746ea"/>
          <a:stretch xmlns:a="http://schemas.openxmlformats.org/drawingml/2006/main"/>
        </p:blipFill>
        <p:spPr>
          <a:xfrm xmlns:a="http://schemas.openxmlformats.org/drawingml/2006/main">
            <a:off x="2051050" y="1504950"/>
            <a:ext cx="7651750"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A43DDE8-3681-45CF-B5E8-0A6615C546C4}"/>
              </a:ext>
            </a:extLst>
          </p:cNvPr>
          <p:cNvSpPr>
            <a:spLocks xmlns:a="http://schemas.openxmlformats.org/drawingml/2006/main" noGrp="1"/>
          </p:cNvSpPr>
          <p:nvPr/>
        </p:nvSpPr>
        <p:spPr>
          <a:xfrm xmlns:a="http://schemas.openxmlformats.org/drawingml/2006/main">
            <a:off x="9048750" y="1524000"/>
            <a:ext cx="2190750" cy="247650"/>
          </a:xfrm>
          <a:prstGeom xmlns:a="http://schemas.openxmlformats.org/drawingml/2006/main" prst="rect">
            <a:avLst/>
          </a:prstGeom>
          <a:solidFill xmlns:a="http://schemas.openxmlformats.org/drawingml/2006/main">
            <a:srgbClr val="FFF4E6"/>
          </a:solidFill>
          <a:ln xmlns:a="http://schemas.openxmlformats.org/drawingml/2006/main" w="0">
            <a:solidFill>
              <a:srgbClr val="FFF4E6"/>
            </a:solidFill>
            <a:prstDash val="solid"/>
          </a:ln>
        </p:spPr>
      </p:sp>
      <p:sp>
        <p:nvSpPr>
          <p:cNvPr id="13" name="">
            <a:extLst xmlns:a="http://schemas.openxmlformats.org/drawingml/2006/main">
              <a:ext uri="{FF2B5EF4-FFF2-40B4-BE49-F238E27FC236}">
                <a16:creationId xmlns:a16="http://schemas.microsoft.com/office/drawing/2014/main" id="{EA6B696A-1865-4F79-9149-0659499A7DEA}"/>
              </a:ext>
            </a:extLst>
          </p:cNvPr>
          <p:cNvSpPr>
            <a:spLocks xmlns:a="http://schemas.openxmlformats.org/drawingml/2006/main" noGrp="1"/>
          </p:cNvSpPr>
          <p:nvPr/>
        </p:nvSpPr>
        <p:spPr>
          <a:xfrm xmlns:a="http://schemas.openxmlformats.org/drawingml/2006/main">
            <a:off x="9144000" y="1571625"/>
            <a:ext cx="2000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xmlns:p14="http://schemas.microsoft.com/office/powerpoint/2010/main" val="16187622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D47AF6-9840-4DB6-88C3-BB38E1FA47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8CD380B-C0AF-4E3F-B59A-96479B8B6F9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3B553EE-78EF-448A-B865-80EDB5CD9702}"/>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323D19DB-6E52-4B08-B00B-6E072F3A14F7}"/>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5" name="">
            <a:extLst xmlns:a="http://schemas.openxmlformats.org/drawingml/2006/main">
              <a:ext uri="{FF2B5EF4-FFF2-40B4-BE49-F238E27FC236}">
                <a16:creationId xmlns:a16="http://schemas.microsoft.com/office/drawing/2014/main" id="{A0DFAECB-B853-4B01-9469-C14D10DBE893}"/>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6" name="">
            <a:extLst xmlns:a="http://schemas.openxmlformats.org/drawingml/2006/main">
              <a:ext uri="{FF2B5EF4-FFF2-40B4-BE49-F238E27FC236}">
                <a16:creationId xmlns:a16="http://schemas.microsoft.com/office/drawing/2014/main" id="{F8D12253-D7A0-42DF-B89C-F62C96C2D212}"/>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9651D91-AE80-4882-8D23-80078163AC40}"/>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6E4CF47-A85B-43AD-8D4A-14D43DCC0DC5}"/>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971B4FBE-EDB4-4051-B7C5-0DE4A8365B16}"/>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23</a:t>
            </a:r>
          </a:p>
        </p:txBody>
      </p:sp>
      <p:sp>
        <p:nvSpPr>
          <p:cNvPr id="10" name="">
            <a:extLst xmlns:a="http://schemas.openxmlformats.org/drawingml/2006/main">
              <a:ext uri="{FF2B5EF4-FFF2-40B4-BE49-F238E27FC236}">
                <a16:creationId xmlns:a16="http://schemas.microsoft.com/office/drawing/2014/main" id="{395CEB21-875C-4685-A24C-717D960D1CD2}"/>
              </a:ext>
            </a:extLst>
          </p:cNvPr>
          <p:cNvSpPr>
            <a:spLocks xmlns:a="http://schemas.openxmlformats.org/drawingml/2006/main" noGrp="1"/>
          </p:cNvSpPr>
          <p:nvPr/>
        </p:nvSpPr>
        <p:spPr>
          <a:xfrm xmlns:a="http://schemas.openxmlformats.org/drawingml/2006/main">
            <a:off x="571500" y="1428750"/>
            <a:ext cx="986790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2ead80960794167"/>
          <a:stretch xmlns:a="http://schemas.openxmlformats.org/drawingml/2006/main"/>
        </p:blipFill>
        <p:spPr>
          <a:xfrm xmlns:a="http://schemas.openxmlformats.org/drawingml/2006/main">
            <a:off x="1973873" y="1504950"/>
            <a:ext cx="706315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8120DFE-E91B-495C-8DC6-05D6F07864D4}"/>
              </a:ext>
            </a:extLst>
          </p:cNvPr>
          <p:cNvSpPr>
            <a:spLocks xmlns:a="http://schemas.openxmlformats.org/drawingml/2006/main" noGrp="1"/>
          </p:cNvSpPr>
          <p:nvPr/>
        </p:nvSpPr>
        <p:spPr>
          <a:xfrm xmlns:a="http://schemas.openxmlformats.org/drawingml/2006/main">
            <a:off x="10496550" y="1809750"/>
            <a:ext cx="1123950" cy="1809750"/>
          </a:xfrm>
          <a:prstGeom xmlns:a="http://schemas.openxmlformats.org/drawingml/2006/main" prst="roundRect">
            <a:avLst>
              <a:gd name="adj" fmla="val 6780"/>
            </a:avLst>
          </a:prstGeom>
          <a:solidFill xmlns:a="http://schemas.openxmlformats.org/drawingml/2006/main">
            <a:srgbClr val="EEF3F8"/>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5F5286DB-9AD6-4855-815E-EE61E043A2B8}"/>
              </a:ext>
            </a:extLst>
          </p:cNvPr>
          <p:cNvSpPr>
            <a:spLocks xmlns:a="http://schemas.openxmlformats.org/drawingml/2006/main" noGrp="1"/>
          </p:cNvSpPr>
          <p:nvPr/>
        </p:nvSpPr>
        <p:spPr>
          <a:xfrm xmlns:a="http://schemas.openxmlformats.org/drawingml/2006/main">
            <a:off x="10668000" y="1981200"/>
            <a:ext cx="781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4" name="">
            <a:extLst xmlns:a="http://schemas.openxmlformats.org/drawingml/2006/main">
              <a:ext uri="{FF2B5EF4-FFF2-40B4-BE49-F238E27FC236}">
                <a16:creationId xmlns:a16="http://schemas.microsoft.com/office/drawing/2014/main" id="{B87AD032-F4BE-4738-9F85-AB8D2024490A}"/>
              </a:ext>
            </a:extLst>
          </p:cNvPr>
          <p:cNvSpPr>
            <a:spLocks xmlns:a="http://schemas.openxmlformats.org/drawingml/2006/main" noGrp="1"/>
          </p:cNvSpPr>
          <p:nvPr/>
        </p:nvSpPr>
        <p:spPr>
          <a:xfrm xmlns:a="http://schemas.openxmlformats.org/drawingml/2006/main">
            <a:off x="10668000" y="2266950"/>
            <a:ext cx="78105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xmlns:p14="http://schemas.microsoft.com/office/powerpoint/2010/main" val="5565402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B3A960-1FCB-4BE8-AA26-E9348D633D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D34273E-82BD-4592-86E9-CA73AE5D979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D58AA06-CE11-43D9-A8FC-64059DD1F1B8}"/>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4" name="">
            <a:extLst xmlns:a="http://schemas.openxmlformats.org/drawingml/2006/main">
              <a:ext uri="{FF2B5EF4-FFF2-40B4-BE49-F238E27FC236}">
                <a16:creationId xmlns:a16="http://schemas.microsoft.com/office/drawing/2014/main" id="{43241D05-F59C-47FD-BC6E-96EB12B6F8AA}"/>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5" name="">
            <a:extLst xmlns:a="http://schemas.openxmlformats.org/drawingml/2006/main">
              <a:ext uri="{FF2B5EF4-FFF2-40B4-BE49-F238E27FC236}">
                <a16:creationId xmlns:a16="http://schemas.microsoft.com/office/drawing/2014/main" id="{4EF6C65B-EB26-46AE-B127-28BA93189162}"/>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6" name="">
            <a:extLst xmlns:a="http://schemas.openxmlformats.org/drawingml/2006/main">
              <a:ext uri="{FF2B5EF4-FFF2-40B4-BE49-F238E27FC236}">
                <a16:creationId xmlns:a16="http://schemas.microsoft.com/office/drawing/2014/main" id="{133F41FD-7083-4447-BC9C-EB83BB9B955F}"/>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14687F1-89D9-4A5A-AB1A-3E1A875280A8}"/>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0A5EEBB-51DE-49D2-AEEB-3B7F2ABD244A}"/>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DB25F91B-64AD-4C3C-8A95-9F7F955C92B3}"/>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24</a:t>
            </a:r>
          </a:p>
        </p:txBody>
      </p:sp>
      <p:sp>
        <p:nvSpPr>
          <p:cNvPr id="10" name="">
            <a:extLst xmlns:a="http://schemas.openxmlformats.org/drawingml/2006/main">
              <a:ext uri="{FF2B5EF4-FFF2-40B4-BE49-F238E27FC236}">
                <a16:creationId xmlns:a16="http://schemas.microsoft.com/office/drawing/2014/main" id="{34A2B7FC-CC20-4805-9041-8E8F9F066C4A}"/>
              </a:ext>
            </a:extLst>
          </p:cNvPr>
          <p:cNvSpPr>
            <a:spLocks xmlns:a="http://schemas.openxmlformats.org/drawingml/2006/main" noGrp="1"/>
          </p:cNvSpPr>
          <p:nvPr/>
        </p:nvSpPr>
        <p:spPr>
          <a:xfrm xmlns:a="http://schemas.openxmlformats.org/drawingml/2006/main">
            <a:off x="514350" y="1428750"/>
            <a:ext cx="10725150" cy="47434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a07f914a1e14ec0"/>
          <a:stretch xmlns:a="http://schemas.openxmlformats.org/drawingml/2006/main"/>
        </p:blipFill>
        <p:spPr>
          <a:xfrm xmlns:a="http://schemas.openxmlformats.org/drawingml/2006/main">
            <a:off x="1777773" y="1504950"/>
            <a:ext cx="8198304" cy="45910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BFCF770-2640-4F0D-A554-DC4EDBA48B56}"/>
              </a:ext>
            </a:extLst>
          </p:cNvPr>
          <p:cNvSpPr>
            <a:spLocks xmlns:a="http://schemas.openxmlformats.org/drawingml/2006/main" noGrp="1"/>
          </p:cNvSpPr>
          <p:nvPr/>
        </p:nvSpPr>
        <p:spPr>
          <a:xfrm xmlns:a="http://schemas.openxmlformats.org/drawingml/2006/main">
            <a:off x="8477250" y="1524000"/>
            <a:ext cx="1809750" cy="247650"/>
          </a:xfrm>
          <a:prstGeom xmlns:a="http://schemas.openxmlformats.org/drawingml/2006/main" prst="rect">
            <a:avLst/>
          </a:prstGeom>
          <a:solidFill xmlns:a="http://schemas.openxmlformats.org/drawingml/2006/main">
            <a:srgbClr val="FBEDE8"/>
          </a:solidFill>
          <a:ln xmlns:a="http://schemas.openxmlformats.org/drawingml/2006/main" w="0">
            <a:solidFill>
              <a:srgbClr val="FBEDE8"/>
            </a:solidFill>
            <a:prstDash val="solid"/>
          </a:ln>
        </p:spPr>
      </p:sp>
      <p:sp>
        <p:nvSpPr>
          <p:cNvPr id="13" name="">
            <a:extLst xmlns:a="http://schemas.openxmlformats.org/drawingml/2006/main">
              <a:ext uri="{FF2B5EF4-FFF2-40B4-BE49-F238E27FC236}">
                <a16:creationId xmlns:a16="http://schemas.microsoft.com/office/drawing/2014/main" id="{F0AE09BF-9F4C-4CC6-803B-F9D64584CA2B}"/>
              </a:ext>
            </a:extLst>
          </p:cNvPr>
          <p:cNvSpPr>
            <a:spLocks xmlns:a="http://schemas.openxmlformats.org/drawingml/2006/main" noGrp="1"/>
          </p:cNvSpPr>
          <p:nvPr/>
        </p:nvSpPr>
        <p:spPr>
          <a:xfrm xmlns:a="http://schemas.openxmlformats.org/drawingml/2006/main">
            <a:off x="8572500" y="15716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xmlns:p14="http://schemas.microsoft.com/office/powerpoint/2010/main" val="194355056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6623D5D-A3F4-4A3A-97D6-15DC1DAB08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A98DE9-5AB1-45F3-A344-649BEEFC14B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B6CB0"/>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3A7CCF6-117C-4BA4-B21C-252CACB0A9E4}"/>
              </a:ext>
            </a:extLst>
          </p:cNvPr>
          <p:cNvSpPr>
            <a:spLocks xmlns:a="http://schemas.openxmlformats.org/drawingml/2006/main" noGrp="1"/>
          </p:cNvSpPr>
          <p:nvPr/>
        </p:nvSpPr>
        <p:spPr>
          <a:xfrm xmlns:a="http://schemas.openxmlformats.org/drawingml/2006/main">
            <a:off x="514350" y="323850"/>
            <a:ext cx="857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4" name="">
            <a:extLst xmlns:a="http://schemas.openxmlformats.org/drawingml/2006/main">
              <a:ext uri="{FF2B5EF4-FFF2-40B4-BE49-F238E27FC236}">
                <a16:creationId xmlns:a16="http://schemas.microsoft.com/office/drawing/2014/main" id="{5E976840-B66B-4A57-96FC-276255A05194}"/>
              </a:ext>
            </a:extLst>
          </p:cNvPr>
          <p:cNvSpPr>
            <a:spLocks xmlns:a="http://schemas.openxmlformats.org/drawingml/2006/main" noGrp="1"/>
          </p:cNvSpPr>
          <p:nvPr/>
        </p:nvSpPr>
        <p:spPr>
          <a:xfrm xmlns:a="http://schemas.openxmlformats.org/drawingml/2006/main">
            <a:off x="514350" y="552450"/>
            <a:ext cx="10668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5" name="">
            <a:extLst xmlns:a="http://schemas.openxmlformats.org/drawingml/2006/main">
              <a:ext uri="{FF2B5EF4-FFF2-40B4-BE49-F238E27FC236}">
                <a16:creationId xmlns:a16="http://schemas.microsoft.com/office/drawing/2014/main" id="{EB589CD8-F14E-43B3-9C02-FFA337EE33CC}"/>
              </a:ext>
            </a:extLst>
          </p:cNvPr>
          <p:cNvSpPr>
            <a:spLocks xmlns:a="http://schemas.openxmlformats.org/drawingml/2006/main" noGrp="1"/>
          </p:cNvSpPr>
          <p:nvPr/>
        </p:nvSpPr>
        <p:spPr>
          <a:xfrm xmlns:a="http://schemas.openxmlformats.org/drawingml/2006/main">
            <a:off x="514350" y="990600"/>
            <a:ext cx="1066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6" name="">
            <a:extLst xmlns:a="http://schemas.openxmlformats.org/drawingml/2006/main">
              <a:ext uri="{FF2B5EF4-FFF2-40B4-BE49-F238E27FC236}">
                <a16:creationId xmlns:a16="http://schemas.microsoft.com/office/drawing/2014/main" id="{860E304D-CEBF-48B7-83B5-4EE28208F049}"/>
              </a:ext>
            </a:extLst>
          </p:cNvPr>
          <p:cNvSpPr>
            <a:spLocks xmlns:a="http://schemas.openxmlformats.org/drawingml/2006/main" noGrp="1"/>
          </p:cNvSpPr>
          <p:nvPr/>
        </p:nvSpPr>
        <p:spPr>
          <a:xfrm xmlns:a="http://schemas.openxmlformats.org/drawingml/2006/main">
            <a:off x="514350" y="1333500"/>
            <a:ext cx="11163300" cy="13335"/>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B9A9B47-016E-4D5F-BCF4-41EEE2997071}"/>
              </a:ext>
            </a:extLst>
          </p:cNvPr>
          <p:cNvSpPr>
            <a:spLocks xmlns:a="http://schemas.openxmlformats.org/drawingml/2006/main" noGrp="1"/>
          </p:cNvSpPr>
          <p:nvPr/>
        </p:nvSpPr>
        <p:spPr>
          <a:xfrm xmlns:a="http://schemas.openxmlformats.org/drawingml/2006/main">
            <a:off x="514350" y="6419850"/>
            <a:ext cx="11163300" cy="11430"/>
          </a:xfrm>
          <a:prstGeom xmlns:a="http://schemas.openxmlformats.org/drawingml/2006/main" prst="rect">
            <a:avLst/>
          </a:prstGeom>
          <a:solidFill xmlns:a="http://schemas.openxmlformats.org/drawingml/2006/main">
            <a:srgbClr val="CBD5E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BD7BD59-DEF5-4262-8D26-BC5C9AFB6769}"/>
              </a:ext>
            </a:extLst>
          </p:cNvPr>
          <p:cNvSpPr>
            <a:spLocks xmlns:a="http://schemas.openxmlformats.org/drawingml/2006/main" noGrp="1"/>
          </p:cNvSpPr>
          <p:nvPr/>
        </p:nvSpPr>
        <p:spPr>
          <a:xfrm xmlns:a="http://schemas.openxmlformats.org/drawingml/2006/main">
            <a:off x="514350" y="6496050"/>
            <a:ext cx="9525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9" name="">
            <a:extLst xmlns:a="http://schemas.openxmlformats.org/drawingml/2006/main">
              <a:ext uri="{FF2B5EF4-FFF2-40B4-BE49-F238E27FC236}">
                <a16:creationId xmlns:a16="http://schemas.microsoft.com/office/drawing/2014/main" id="{91D383F6-8B16-48C2-8C5A-64B5AE8D344A}"/>
              </a:ext>
            </a:extLst>
          </p:cNvPr>
          <p:cNvSpPr>
            <a:spLocks xmlns:a="http://schemas.openxmlformats.org/drawingml/2006/main" noGrp="1"/>
          </p:cNvSpPr>
          <p:nvPr/>
        </p:nvSpPr>
        <p:spPr>
          <a:xfrm xmlns:a="http://schemas.openxmlformats.org/drawingml/2006/main">
            <a:off x="11049000" y="6496050"/>
            <a:ext cx="628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4748B"/>
                </a:solidFill>
                <a:latin typeface="Aptos"/>
                <a:ea typeface="Aptos"/>
                <a:cs typeface="Aptos"/>
              </a:defRPr>
            </a:pPr>
            <a:r>
              <a:rPr sz="788" b="0">
                <a:solidFill>
                  <a:srgbClr val="64748B"/>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7D4518E7-D796-4D64-8497-9EF3FD577DB8}"/>
              </a:ext>
            </a:extLst>
          </p:cNvPr>
          <p:cNvSpPr>
            <a:spLocks xmlns:a="http://schemas.openxmlformats.org/drawingml/2006/main" noGrp="1"/>
          </p:cNvSpPr>
          <p:nvPr/>
        </p:nvSpPr>
        <p:spPr>
          <a:xfrm xmlns:a="http://schemas.openxmlformats.org/drawingml/2006/main">
            <a:off x="78105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2E1EA9C1-F6A4-4FCE-95FD-9C5F18D16911}"/>
              </a:ext>
            </a:extLst>
          </p:cNvPr>
          <p:cNvSpPr>
            <a:spLocks xmlns:a="http://schemas.openxmlformats.org/drawingml/2006/main" noGrp="1"/>
          </p:cNvSpPr>
          <p:nvPr/>
        </p:nvSpPr>
        <p:spPr>
          <a:xfrm xmlns:a="http://schemas.openxmlformats.org/drawingml/2006/main">
            <a:off x="95250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2" name="">
            <a:extLst xmlns:a="http://schemas.openxmlformats.org/drawingml/2006/main">
              <a:ext uri="{FF2B5EF4-FFF2-40B4-BE49-F238E27FC236}">
                <a16:creationId xmlns:a16="http://schemas.microsoft.com/office/drawing/2014/main" id="{32EE6391-E11D-405A-A5E9-4140BEC18A42}"/>
              </a:ext>
            </a:extLst>
          </p:cNvPr>
          <p:cNvSpPr>
            <a:spLocks xmlns:a="http://schemas.openxmlformats.org/drawingml/2006/main" noGrp="1"/>
          </p:cNvSpPr>
          <p:nvPr/>
        </p:nvSpPr>
        <p:spPr>
          <a:xfrm xmlns:a="http://schemas.openxmlformats.org/drawingml/2006/main">
            <a:off x="95250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3" name="">
            <a:extLst xmlns:a="http://schemas.openxmlformats.org/drawingml/2006/main">
              <a:ext uri="{FF2B5EF4-FFF2-40B4-BE49-F238E27FC236}">
                <a16:creationId xmlns:a16="http://schemas.microsoft.com/office/drawing/2014/main" id="{E874237C-9C05-4376-A842-EB19889E2CAA}"/>
              </a:ext>
            </a:extLst>
          </p:cNvPr>
          <p:cNvSpPr>
            <a:spLocks xmlns:a="http://schemas.openxmlformats.org/drawingml/2006/main" noGrp="1"/>
          </p:cNvSpPr>
          <p:nvPr/>
        </p:nvSpPr>
        <p:spPr>
          <a:xfrm xmlns:a="http://schemas.openxmlformats.org/drawingml/2006/main">
            <a:off x="78105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4" name="">
            <a:extLst xmlns:a="http://schemas.openxmlformats.org/drawingml/2006/main">
              <a:ext uri="{FF2B5EF4-FFF2-40B4-BE49-F238E27FC236}">
                <a16:creationId xmlns:a16="http://schemas.microsoft.com/office/drawing/2014/main" id="{AC6F0BB3-1C48-41C6-849B-D3AEFF743F7C}"/>
              </a:ext>
            </a:extLst>
          </p:cNvPr>
          <p:cNvSpPr>
            <a:spLocks xmlns:a="http://schemas.openxmlformats.org/drawingml/2006/main" noGrp="1"/>
          </p:cNvSpPr>
          <p:nvPr/>
        </p:nvSpPr>
        <p:spPr>
          <a:xfrm xmlns:a="http://schemas.openxmlformats.org/drawingml/2006/main">
            <a:off x="95250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5" name="">
            <a:extLst xmlns:a="http://schemas.openxmlformats.org/drawingml/2006/main">
              <a:ext uri="{FF2B5EF4-FFF2-40B4-BE49-F238E27FC236}">
                <a16:creationId xmlns:a16="http://schemas.microsoft.com/office/drawing/2014/main" id="{B9A4475F-7FB7-4EB8-A804-646B6D3227EE}"/>
              </a:ext>
            </a:extLst>
          </p:cNvPr>
          <p:cNvSpPr>
            <a:spLocks xmlns:a="http://schemas.openxmlformats.org/drawingml/2006/main" noGrp="1"/>
          </p:cNvSpPr>
          <p:nvPr/>
        </p:nvSpPr>
        <p:spPr>
          <a:xfrm xmlns:a="http://schemas.openxmlformats.org/drawingml/2006/main">
            <a:off x="95250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6" name="">
            <a:extLst xmlns:a="http://schemas.openxmlformats.org/drawingml/2006/main">
              <a:ext uri="{FF2B5EF4-FFF2-40B4-BE49-F238E27FC236}">
                <a16:creationId xmlns:a16="http://schemas.microsoft.com/office/drawing/2014/main" id="{CC7F904D-8495-4E79-8275-186AC234E6DB}"/>
              </a:ext>
            </a:extLst>
          </p:cNvPr>
          <p:cNvSpPr>
            <a:spLocks xmlns:a="http://schemas.openxmlformats.org/drawingml/2006/main" noGrp="1"/>
          </p:cNvSpPr>
          <p:nvPr/>
        </p:nvSpPr>
        <p:spPr>
          <a:xfrm xmlns:a="http://schemas.openxmlformats.org/drawingml/2006/main">
            <a:off x="78105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17" name="">
            <a:extLst xmlns:a="http://schemas.openxmlformats.org/drawingml/2006/main">
              <a:ext uri="{FF2B5EF4-FFF2-40B4-BE49-F238E27FC236}">
                <a16:creationId xmlns:a16="http://schemas.microsoft.com/office/drawing/2014/main" id="{73667B3F-6CED-42BA-A484-DA5EF19FB3AC}"/>
              </a:ext>
            </a:extLst>
          </p:cNvPr>
          <p:cNvSpPr>
            <a:spLocks xmlns:a="http://schemas.openxmlformats.org/drawingml/2006/main" noGrp="1"/>
          </p:cNvSpPr>
          <p:nvPr/>
        </p:nvSpPr>
        <p:spPr>
          <a:xfrm xmlns:a="http://schemas.openxmlformats.org/drawingml/2006/main">
            <a:off x="95250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8" name="">
            <a:extLst xmlns:a="http://schemas.openxmlformats.org/drawingml/2006/main">
              <a:ext uri="{FF2B5EF4-FFF2-40B4-BE49-F238E27FC236}">
                <a16:creationId xmlns:a16="http://schemas.microsoft.com/office/drawing/2014/main" id="{FE000BF0-E08B-4E7B-ABB8-75A919CF3058}"/>
              </a:ext>
            </a:extLst>
          </p:cNvPr>
          <p:cNvSpPr>
            <a:spLocks xmlns:a="http://schemas.openxmlformats.org/drawingml/2006/main" noGrp="1"/>
          </p:cNvSpPr>
          <p:nvPr/>
        </p:nvSpPr>
        <p:spPr>
          <a:xfrm xmlns:a="http://schemas.openxmlformats.org/drawingml/2006/main">
            <a:off x="95250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19" name="">
            <a:extLst xmlns:a="http://schemas.openxmlformats.org/drawingml/2006/main">
              <a:ext uri="{FF2B5EF4-FFF2-40B4-BE49-F238E27FC236}">
                <a16:creationId xmlns:a16="http://schemas.microsoft.com/office/drawing/2014/main" id="{7CC00B4B-80CF-45D0-8B5F-7DB149457428}"/>
              </a:ext>
            </a:extLst>
          </p:cNvPr>
          <p:cNvSpPr>
            <a:spLocks xmlns:a="http://schemas.openxmlformats.org/drawingml/2006/main" noGrp="1"/>
          </p:cNvSpPr>
          <p:nvPr/>
        </p:nvSpPr>
        <p:spPr>
          <a:xfrm xmlns:a="http://schemas.openxmlformats.org/drawingml/2006/main">
            <a:off x="78105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0" name="">
            <a:extLst xmlns:a="http://schemas.openxmlformats.org/drawingml/2006/main">
              <a:ext uri="{FF2B5EF4-FFF2-40B4-BE49-F238E27FC236}">
                <a16:creationId xmlns:a16="http://schemas.microsoft.com/office/drawing/2014/main" id="{C8A127D9-D500-43E8-B6C4-59261576D94F}"/>
              </a:ext>
            </a:extLst>
          </p:cNvPr>
          <p:cNvSpPr>
            <a:spLocks xmlns:a="http://schemas.openxmlformats.org/drawingml/2006/main" noGrp="1"/>
          </p:cNvSpPr>
          <p:nvPr/>
        </p:nvSpPr>
        <p:spPr>
          <a:xfrm xmlns:a="http://schemas.openxmlformats.org/drawingml/2006/main">
            <a:off x="95250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1" name="">
            <a:extLst xmlns:a="http://schemas.openxmlformats.org/drawingml/2006/main">
              <a:ext uri="{FF2B5EF4-FFF2-40B4-BE49-F238E27FC236}">
                <a16:creationId xmlns:a16="http://schemas.microsoft.com/office/drawing/2014/main" id="{2503C038-F339-4BDE-836F-95559C0E59F1}"/>
              </a:ext>
            </a:extLst>
          </p:cNvPr>
          <p:cNvSpPr>
            <a:spLocks xmlns:a="http://schemas.openxmlformats.org/drawingml/2006/main" noGrp="1"/>
          </p:cNvSpPr>
          <p:nvPr/>
        </p:nvSpPr>
        <p:spPr>
          <a:xfrm xmlns:a="http://schemas.openxmlformats.org/drawingml/2006/main">
            <a:off x="95250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2" name="">
            <a:extLst xmlns:a="http://schemas.openxmlformats.org/drawingml/2006/main">
              <a:ext uri="{FF2B5EF4-FFF2-40B4-BE49-F238E27FC236}">
                <a16:creationId xmlns:a16="http://schemas.microsoft.com/office/drawing/2014/main" id="{3A324EA4-FC94-49C3-941D-1D5E16CB3BE1}"/>
              </a:ext>
            </a:extLst>
          </p:cNvPr>
          <p:cNvSpPr>
            <a:spLocks xmlns:a="http://schemas.openxmlformats.org/drawingml/2006/main" noGrp="1"/>
          </p:cNvSpPr>
          <p:nvPr/>
        </p:nvSpPr>
        <p:spPr>
          <a:xfrm xmlns:a="http://schemas.openxmlformats.org/drawingml/2006/main">
            <a:off x="78105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3" name="">
            <a:extLst xmlns:a="http://schemas.openxmlformats.org/drawingml/2006/main">
              <a:ext uri="{FF2B5EF4-FFF2-40B4-BE49-F238E27FC236}">
                <a16:creationId xmlns:a16="http://schemas.microsoft.com/office/drawing/2014/main" id="{21D17420-0790-4EAE-B0BE-4E0BBD61CA9D}"/>
              </a:ext>
            </a:extLst>
          </p:cNvPr>
          <p:cNvSpPr>
            <a:spLocks xmlns:a="http://schemas.openxmlformats.org/drawingml/2006/main" noGrp="1"/>
          </p:cNvSpPr>
          <p:nvPr/>
        </p:nvSpPr>
        <p:spPr>
          <a:xfrm xmlns:a="http://schemas.openxmlformats.org/drawingml/2006/main">
            <a:off x="95250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4" name="">
            <a:extLst xmlns:a="http://schemas.openxmlformats.org/drawingml/2006/main">
              <a:ext uri="{FF2B5EF4-FFF2-40B4-BE49-F238E27FC236}">
                <a16:creationId xmlns:a16="http://schemas.microsoft.com/office/drawing/2014/main" id="{626FEB7D-E35C-43C5-95B7-DE600F017A43}"/>
              </a:ext>
            </a:extLst>
          </p:cNvPr>
          <p:cNvSpPr>
            <a:spLocks xmlns:a="http://schemas.openxmlformats.org/drawingml/2006/main" noGrp="1"/>
          </p:cNvSpPr>
          <p:nvPr/>
        </p:nvSpPr>
        <p:spPr>
          <a:xfrm xmlns:a="http://schemas.openxmlformats.org/drawingml/2006/main">
            <a:off x="95250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5" name="">
            <a:extLst xmlns:a="http://schemas.openxmlformats.org/drawingml/2006/main">
              <a:ext uri="{FF2B5EF4-FFF2-40B4-BE49-F238E27FC236}">
                <a16:creationId xmlns:a16="http://schemas.microsoft.com/office/drawing/2014/main" id="{87D87573-6EBB-43D5-9B70-81016F275C0D}"/>
              </a:ext>
            </a:extLst>
          </p:cNvPr>
          <p:cNvSpPr>
            <a:spLocks xmlns:a="http://schemas.openxmlformats.org/drawingml/2006/main" noGrp="1"/>
          </p:cNvSpPr>
          <p:nvPr/>
        </p:nvSpPr>
        <p:spPr>
          <a:xfrm xmlns:a="http://schemas.openxmlformats.org/drawingml/2006/main">
            <a:off x="6477000" y="16573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6" name="">
            <a:extLst xmlns:a="http://schemas.openxmlformats.org/drawingml/2006/main">
              <a:ext uri="{FF2B5EF4-FFF2-40B4-BE49-F238E27FC236}">
                <a16:creationId xmlns:a16="http://schemas.microsoft.com/office/drawing/2014/main" id="{02F7F627-C7AE-41B3-9D04-BAF83B324BAD}"/>
              </a:ext>
            </a:extLst>
          </p:cNvPr>
          <p:cNvSpPr>
            <a:spLocks xmlns:a="http://schemas.openxmlformats.org/drawingml/2006/main" noGrp="1"/>
          </p:cNvSpPr>
          <p:nvPr/>
        </p:nvSpPr>
        <p:spPr>
          <a:xfrm xmlns:a="http://schemas.openxmlformats.org/drawingml/2006/main">
            <a:off x="6648450" y="17526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7" name="">
            <a:extLst xmlns:a="http://schemas.openxmlformats.org/drawingml/2006/main">
              <a:ext uri="{FF2B5EF4-FFF2-40B4-BE49-F238E27FC236}">
                <a16:creationId xmlns:a16="http://schemas.microsoft.com/office/drawing/2014/main" id="{255E4118-51ED-497A-8D48-0C7D6A59E63D}"/>
              </a:ext>
            </a:extLst>
          </p:cNvPr>
          <p:cNvSpPr>
            <a:spLocks xmlns:a="http://schemas.openxmlformats.org/drawingml/2006/main" noGrp="1"/>
          </p:cNvSpPr>
          <p:nvPr/>
        </p:nvSpPr>
        <p:spPr>
          <a:xfrm xmlns:a="http://schemas.openxmlformats.org/drawingml/2006/main">
            <a:off x="6648450" y="19431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8" name="">
            <a:extLst xmlns:a="http://schemas.openxmlformats.org/drawingml/2006/main">
              <a:ext uri="{FF2B5EF4-FFF2-40B4-BE49-F238E27FC236}">
                <a16:creationId xmlns:a16="http://schemas.microsoft.com/office/drawing/2014/main" id="{1B23A92F-EA5C-44ED-B9EA-6D83A38F326A}"/>
              </a:ext>
            </a:extLst>
          </p:cNvPr>
          <p:cNvSpPr>
            <a:spLocks xmlns:a="http://schemas.openxmlformats.org/drawingml/2006/main" noGrp="1"/>
          </p:cNvSpPr>
          <p:nvPr/>
        </p:nvSpPr>
        <p:spPr>
          <a:xfrm xmlns:a="http://schemas.openxmlformats.org/drawingml/2006/main">
            <a:off x="6477000" y="23431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29" name="">
            <a:extLst xmlns:a="http://schemas.openxmlformats.org/drawingml/2006/main">
              <a:ext uri="{FF2B5EF4-FFF2-40B4-BE49-F238E27FC236}">
                <a16:creationId xmlns:a16="http://schemas.microsoft.com/office/drawing/2014/main" id="{ACBDA171-378B-4C41-AC85-7CE4512F7BB1}"/>
              </a:ext>
            </a:extLst>
          </p:cNvPr>
          <p:cNvSpPr>
            <a:spLocks xmlns:a="http://schemas.openxmlformats.org/drawingml/2006/main" noGrp="1"/>
          </p:cNvSpPr>
          <p:nvPr/>
        </p:nvSpPr>
        <p:spPr>
          <a:xfrm xmlns:a="http://schemas.openxmlformats.org/drawingml/2006/main">
            <a:off x="6648450" y="24384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0" name="">
            <a:extLst xmlns:a="http://schemas.openxmlformats.org/drawingml/2006/main">
              <a:ext uri="{FF2B5EF4-FFF2-40B4-BE49-F238E27FC236}">
                <a16:creationId xmlns:a16="http://schemas.microsoft.com/office/drawing/2014/main" id="{8D3257F0-C144-46B7-8661-A47604D4486B}"/>
              </a:ext>
            </a:extLst>
          </p:cNvPr>
          <p:cNvSpPr>
            <a:spLocks xmlns:a="http://schemas.openxmlformats.org/drawingml/2006/main" noGrp="1"/>
          </p:cNvSpPr>
          <p:nvPr/>
        </p:nvSpPr>
        <p:spPr>
          <a:xfrm xmlns:a="http://schemas.openxmlformats.org/drawingml/2006/main">
            <a:off x="6648450" y="26289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1" name="">
            <a:extLst xmlns:a="http://schemas.openxmlformats.org/drawingml/2006/main">
              <a:ext uri="{FF2B5EF4-FFF2-40B4-BE49-F238E27FC236}">
                <a16:creationId xmlns:a16="http://schemas.microsoft.com/office/drawing/2014/main" id="{56BDC6D8-E560-4661-8372-46231432A252}"/>
              </a:ext>
            </a:extLst>
          </p:cNvPr>
          <p:cNvSpPr>
            <a:spLocks xmlns:a="http://schemas.openxmlformats.org/drawingml/2006/main" noGrp="1"/>
          </p:cNvSpPr>
          <p:nvPr/>
        </p:nvSpPr>
        <p:spPr>
          <a:xfrm xmlns:a="http://schemas.openxmlformats.org/drawingml/2006/main">
            <a:off x="6477000" y="30289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2" name="">
            <a:extLst xmlns:a="http://schemas.openxmlformats.org/drawingml/2006/main">
              <a:ext uri="{FF2B5EF4-FFF2-40B4-BE49-F238E27FC236}">
                <a16:creationId xmlns:a16="http://schemas.microsoft.com/office/drawing/2014/main" id="{9300FE9D-F6E2-4DAA-9DBA-F3AF31923D97}"/>
              </a:ext>
            </a:extLst>
          </p:cNvPr>
          <p:cNvSpPr>
            <a:spLocks xmlns:a="http://schemas.openxmlformats.org/drawingml/2006/main" noGrp="1"/>
          </p:cNvSpPr>
          <p:nvPr/>
        </p:nvSpPr>
        <p:spPr>
          <a:xfrm xmlns:a="http://schemas.openxmlformats.org/drawingml/2006/main">
            <a:off x="6648450" y="31242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3" name="">
            <a:extLst xmlns:a="http://schemas.openxmlformats.org/drawingml/2006/main">
              <a:ext uri="{FF2B5EF4-FFF2-40B4-BE49-F238E27FC236}">
                <a16:creationId xmlns:a16="http://schemas.microsoft.com/office/drawing/2014/main" id="{879E8E82-21E5-4455-BA89-25CF667DE8FF}"/>
              </a:ext>
            </a:extLst>
          </p:cNvPr>
          <p:cNvSpPr>
            <a:spLocks xmlns:a="http://schemas.openxmlformats.org/drawingml/2006/main" noGrp="1"/>
          </p:cNvSpPr>
          <p:nvPr/>
        </p:nvSpPr>
        <p:spPr>
          <a:xfrm xmlns:a="http://schemas.openxmlformats.org/drawingml/2006/main">
            <a:off x="6648450" y="33147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4" name="">
            <a:extLst xmlns:a="http://schemas.openxmlformats.org/drawingml/2006/main">
              <a:ext uri="{FF2B5EF4-FFF2-40B4-BE49-F238E27FC236}">
                <a16:creationId xmlns:a16="http://schemas.microsoft.com/office/drawing/2014/main" id="{46C67AA2-6D01-43BE-9534-D3D388B84AB8}"/>
              </a:ext>
            </a:extLst>
          </p:cNvPr>
          <p:cNvSpPr>
            <a:spLocks xmlns:a="http://schemas.openxmlformats.org/drawingml/2006/main" noGrp="1"/>
          </p:cNvSpPr>
          <p:nvPr/>
        </p:nvSpPr>
        <p:spPr>
          <a:xfrm xmlns:a="http://schemas.openxmlformats.org/drawingml/2006/main">
            <a:off x="6477000" y="37147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5" name="">
            <a:extLst xmlns:a="http://schemas.openxmlformats.org/drawingml/2006/main">
              <a:ext uri="{FF2B5EF4-FFF2-40B4-BE49-F238E27FC236}">
                <a16:creationId xmlns:a16="http://schemas.microsoft.com/office/drawing/2014/main" id="{C487D52F-54D9-4B1E-AE45-E53D8E4031E0}"/>
              </a:ext>
            </a:extLst>
          </p:cNvPr>
          <p:cNvSpPr>
            <a:spLocks xmlns:a="http://schemas.openxmlformats.org/drawingml/2006/main" noGrp="1"/>
          </p:cNvSpPr>
          <p:nvPr/>
        </p:nvSpPr>
        <p:spPr>
          <a:xfrm xmlns:a="http://schemas.openxmlformats.org/drawingml/2006/main">
            <a:off x="6648450" y="38100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6" name="">
            <a:extLst xmlns:a="http://schemas.openxmlformats.org/drawingml/2006/main">
              <a:ext uri="{FF2B5EF4-FFF2-40B4-BE49-F238E27FC236}">
                <a16:creationId xmlns:a16="http://schemas.microsoft.com/office/drawing/2014/main" id="{37D3F52E-2838-4D05-8700-F33C486C5476}"/>
              </a:ext>
            </a:extLst>
          </p:cNvPr>
          <p:cNvSpPr>
            <a:spLocks xmlns:a="http://schemas.openxmlformats.org/drawingml/2006/main" noGrp="1"/>
          </p:cNvSpPr>
          <p:nvPr/>
        </p:nvSpPr>
        <p:spPr>
          <a:xfrm xmlns:a="http://schemas.openxmlformats.org/drawingml/2006/main">
            <a:off x="6648450" y="40005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7" name="">
            <a:extLst xmlns:a="http://schemas.openxmlformats.org/drawingml/2006/main">
              <a:ext uri="{FF2B5EF4-FFF2-40B4-BE49-F238E27FC236}">
                <a16:creationId xmlns:a16="http://schemas.microsoft.com/office/drawing/2014/main" id="{0C2437E0-246C-41A3-9982-1E3398623883}"/>
              </a:ext>
            </a:extLst>
          </p:cNvPr>
          <p:cNvSpPr>
            <a:spLocks xmlns:a="http://schemas.openxmlformats.org/drawingml/2006/main" noGrp="1"/>
          </p:cNvSpPr>
          <p:nvPr/>
        </p:nvSpPr>
        <p:spPr>
          <a:xfrm xmlns:a="http://schemas.openxmlformats.org/drawingml/2006/main">
            <a:off x="6477000" y="4400550"/>
            <a:ext cx="4762500" cy="514350"/>
          </a:xfrm>
          <a:prstGeom xmlns:a="http://schemas.openxmlformats.org/drawingml/2006/main" prst="roundRect">
            <a:avLst>
              <a:gd name="adj" fmla="val 14815"/>
            </a:avLst>
          </a:prstGeom>
          <a:solidFill xmlns:a="http://schemas.openxmlformats.org/drawingml/2006/main">
            <a:srgbClr val="F8FAFC"/>
          </a:solidFill>
          <a:ln xmlns:a="http://schemas.openxmlformats.org/drawingml/2006/main" w="9525">
            <a:solidFill>
              <a:srgbClr val="E5E7EB"/>
            </a:solidFill>
            <a:prstDash val="solid"/>
          </a:ln>
        </p:spPr>
      </p:sp>
      <p:sp>
        <p:nvSpPr>
          <p:cNvPr id="38" name="">
            <a:extLst xmlns:a="http://schemas.openxmlformats.org/drawingml/2006/main">
              <a:ext uri="{FF2B5EF4-FFF2-40B4-BE49-F238E27FC236}">
                <a16:creationId xmlns:a16="http://schemas.microsoft.com/office/drawing/2014/main" id="{32004C05-92C0-4B61-AC58-CC22CB324179}"/>
              </a:ext>
            </a:extLst>
          </p:cNvPr>
          <p:cNvSpPr>
            <a:spLocks xmlns:a="http://schemas.openxmlformats.org/drawingml/2006/main" noGrp="1"/>
          </p:cNvSpPr>
          <p:nvPr/>
        </p:nvSpPr>
        <p:spPr>
          <a:xfrm xmlns:a="http://schemas.openxmlformats.org/drawingml/2006/main">
            <a:off x="6648450" y="4495800"/>
            <a:ext cx="1809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39" name="">
            <a:extLst xmlns:a="http://schemas.openxmlformats.org/drawingml/2006/main">
              <a:ext uri="{FF2B5EF4-FFF2-40B4-BE49-F238E27FC236}">
                <a16:creationId xmlns:a16="http://schemas.microsoft.com/office/drawing/2014/main" id="{77D9C583-617F-458E-8A5B-3A4D294C3145}"/>
              </a:ext>
            </a:extLst>
          </p:cNvPr>
          <p:cNvSpPr>
            <a:spLocks xmlns:a="http://schemas.openxmlformats.org/drawingml/2006/main" noGrp="1"/>
          </p:cNvSpPr>
          <p:nvPr/>
        </p:nvSpPr>
        <p:spPr>
          <a:xfrm xmlns:a="http://schemas.openxmlformats.org/drawingml/2006/main">
            <a:off x="6648450" y="4686300"/>
            <a:ext cx="4333875"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0" name="">
            <a:extLst xmlns:a="http://schemas.openxmlformats.org/drawingml/2006/main">
              <a:ext uri="{FF2B5EF4-FFF2-40B4-BE49-F238E27FC236}">
                <a16:creationId xmlns:a16="http://schemas.microsoft.com/office/drawing/2014/main" id="{392098A9-7A89-48B8-AB2F-E91B5B9EC75C}"/>
              </a:ext>
            </a:extLst>
          </p:cNvPr>
          <p:cNvSpPr>
            <a:spLocks xmlns:a="http://schemas.openxmlformats.org/drawingml/2006/main" noGrp="1"/>
          </p:cNvSpPr>
          <p:nvPr/>
        </p:nvSpPr>
        <p:spPr>
          <a:xfrm xmlns:a="http://schemas.openxmlformats.org/drawingml/2006/main">
            <a:off x="1809750" y="5429250"/>
            <a:ext cx="8572500" cy="533400"/>
          </a:xfrm>
          <a:prstGeom xmlns:a="http://schemas.openxmlformats.org/drawingml/2006/main" prst="roundRect">
            <a:avLst>
              <a:gd name="adj" fmla="val 14286"/>
            </a:avLst>
          </a:prstGeom>
          <a:solidFill xmlns:a="http://schemas.openxmlformats.org/drawingml/2006/main">
            <a:srgbClr val="FFF4E6"/>
          </a:solidFill>
          <a:ln xmlns:a="http://schemas.openxmlformats.org/drawingml/2006/main" w="9525">
            <a:solidFill>
              <a:srgbClr val="FED7AA"/>
            </a:solidFill>
            <a:prstDash val="solid"/>
          </a:ln>
        </p:spPr>
      </p:sp>
      <p:sp>
        <p:nvSpPr>
          <p:cNvPr id="41" name="">
            <a:extLst xmlns:a="http://schemas.openxmlformats.org/drawingml/2006/main">
              <a:ext uri="{FF2B5EF4-FFF2-40B4-BE49-F238E27FC236}">
                <a16:creationId xmlns:a16="http://schemas.microsoft.com/office/drawing/2014/main" id="{9731F5D9-0AAA-4A35-BB44-8B97B102831A}"/>
              </a:ext>
            </a:extLst>
          </p:cNvPr>
          <p:cNvSpPr>
            <a:spLocks xmlns:a="http://schemas.openxmlformats.org/drawingml/2006/main" noGrp="1"/>
          </p:cNvSpPr>
          <p:nvPr/>
        </p:nvSpPr>
        <p:spPr>
          <a:xfrm xmlns:a="http://schemas.openxmlformats.org/drawingml/2006/main">
            <a:off x="1981200" y="5600700"/>
            <a:ext cx="8229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2" name="">
            <a:extLst xmlns:a="http://schemas.openxmlformats.org/drawingml/2006/main">
              <a:ext uri="{FF2B5EF4-FFF2-40B4-BE49-F238E27FC236}">
                <a16:creationId xmlns:a16="http://schemas.microsoft.com/office/drawing/2014/main" id="{9DB6695B-0891-4729-AB37-E7D0CF6C6884}"/>
              </a:ext>
            </a:extLst>
          </p:cNvPr>
          <p:cNvSpPr>
            <a:spLocks xmlns:a="http://schemas.openxmlformats.org/drawingml/2006/main" noGrp="1"/>
          </p:cNvSpPr>
          <p:nvPr/>
        </p:nvSpPr>
        <p:spPr>
          <a:xfrm xmlns:a="http://schemas.openxmlformats.org/drawingml/2006/main">
            <a:off x="1981200" y="5886450"/>
            <a:ext cx="8229600" cy="95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xmlns:p14="http://schemas.microsoft.com/office/powerpoint/2010/main"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2026-05-28T09:19:10.9160000Z</dcterms:created>
  <dcterms:modified xsi:type="dcterms:W3CDTF">2026-05-28T09:19:10.9160000Z</dcterms:modified>
</coreProperties>
</file>