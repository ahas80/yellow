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Yellow RoUTIne – Key Results (Transitions &amp; Differential Genes)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From \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UTI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84048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q-value (FDR)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Subcategory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lpfA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Higher in 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lpfB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Higher in 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afaE-V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Higher in 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Adhesion/Fimbriae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Adhesion/Fimbriae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Lower in 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Unassigned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Sources: status_transitions_counts.csv (columns: Infection_Status, Next_Status, n) → pivoted to transition matrix; diff_genes_UTI_vs_ASB_fisher.csv (filtered by p_adj&lt;0.05) → OR &amp; q-values; gene_map.csv merged for Category/Subcategory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